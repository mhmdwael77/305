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72" r:id="rId13"/>
    <p:sldId id="273" r:id="rId14"/>
    <p:sldId id="274" r:id="rId15"/>
    <p:sldId id="275" r:id="rId16"/>
    <p:sldId id="276" r:id="rId17"/>
    <p:sldId id="277" r:id="rId18"/>
    <p:sldId id="267" r:id="rId19"/>
    <p:sldId id="268" r:id="rId20"/>
    <p:sldId id="269" r:id="rId21"/>
    <p:sldId id="270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svg"/><Relationship Id="rId1" Type="http://schemas.openxmlformats.org/officeDocument/2006/relationships/image" Target="../media/image6.png"/><Relationship Id="rId6" Type="http://schemas.openxmlformats.org/officeDocument/2006/relationships/image" Target="../media/image13.svg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svg"/><Relationship Id="rId1" Type="http://schemas.openxmlformats.org/officeDocument/2006/relationships/image" Target="../media/image8.png"/><Relationship Id="rId6" Type="http://schemas.openxmlformats.org/officeDocument/2006/relationships/image" Target="../media/image19.svg"/><Relationship Id="rId5" Type="http://schemas.openxmlformats.org/officeDocument/2006/relationships/image" Target="../media/image10.png"/><Relationship Id="rId4" Type="http://schemas.openxmlformats.org/officeDocument/2006/relationships/image" Target="../media/image1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9.svg"/><Relationship Id="rId1" Type="http://schemas.openxmlformats.org/officeDocument/2006/relationships/image" Target="../media/image10.png"/><Relationship Id="rId6" Type="http://schemas.openxmlformats.org/officeDocument/2006/relationships/image" Target="../media/image23.svg"/><Relationship Id="rId5" Type="http://schemas.openxmlformats.org/officeDocument/2006/relationships/image" Target="../media/image12.png"/><Relationship Id="rId4" Type="http://schemas.openxmlformats.org/officeDocument/2006/relationships/image" Target="../media/image2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svg"/><Relationship Id="rId1" Type="http://schemas.openxmlformats.org/officeDocument/2006/relationships/image" Target="../media/image6.png"/><Relationship Id="rId4" Type="http://schemas.openxmlformats.org/officeDocument/2006/relationships/image" Target="../media/image1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svg"/><Relationship Id="rId1" Type="http://schemas.openxmlformats.org/officeDocument/2006/relationships/image" Target="../media/image3.png"/><Relationship Id="rId6" Type="http://schemas.openxmlformats.org/officeDocument/2006/relationships/image" Target="../media/image27.svg"/><Relationship Id="rId5" Type="http://schemas.openxmlformats.org/officeDocument/2006/relationships/image" Target="../media/image14.png"/><Relationship Id="rId4" Type="http://schemas.openxmlformats.org/officeDocument/2006/relationships/image" Target="../media/image25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svg"/><Relationship Id="rId1" Type="http://schemas.openxmlformats.org/officeDocument/2006/relationships/image" Target="../media/image15.png"/><Relationship Id="rId6" Type="http://schemas.openxmlformats.org/officeDocument/2006/relationships/image" Target="../media/image31.svg"/><Relationship Id="rId5" Type="http://schemas.openxmlformats.org/officeDocument/2006/relationships/image" Target="../media/image16.png"/><Relationship Id="rId4" Type="http://schemas.openxmlformats.org/officeDocument/2006/relationships/image" Target="../media/image3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3.svg"/><Relationship Id="rId1" Type="http://schemas.openxmlformats.org/officeDocument/2006/relationships/image" Target="../media/image17.png"/><Relationship Id="rId4" Type="http://schemas.openxmlformats.org/officeDocument/2006/relationships/image" Target="../media/image35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image" Target="../media/image46.svg"/><Relationship Id="rId1" Type="http://schemas.openxmlformats.org/officeDocument/2006/relationships/image" Target="../media/image22.png"/><Relationship Id="rId6" Type="http://schemas.openxmlformats.org/officeDocument/2006/relationships/image" Target="../media/image50.svg"/><Relationship Id="rId5" Type="http://schemas.openxmlformats.org/officeDocument/2006/relationships/image" Target="../media/image24.png"/><Relationship Id="rId4" Type="http://schemas.openxmlformats.org/officeDocument/2006/relationships/image" Target="../media/image48.sv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27.png"/><Relationship Id="rId7" Type="http://schemas.openxmlformats.org/officeDocument/2006/relationships/image" Target="../media/image28.png"/><Relationship Id="rId2" Type="http://schemas.openxmlformats.org/officeDocument/2006/relationships/image" Target="../media/image46.svg"/><Relationship Id="rId1" Type="http://schemas.openxmlformats.org/officeDocument/2006/relationships/image" Target="../media/image26.png"/><Relationship Id="rId6" Type="http://schemas.openxmlformats.org/officeDocument/2006/relationships/image" Target="../media/image50.svg"/><Relationship Id="rId5" Type="http://schemas.openxmlformats.org/officeDocument/2006/relationships/image" Target="../media/image24.png"/><Relationship Id="rId4" Type="http://schemas.openxmlformats.org/officeDocument/2006/relationships/image" Target="../media/image4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svg"/><Relationship Id="rId1" Type="http://schemas.openxmlformats.org/officeDocument/2006/relationships/image" Target="../media/image6.png"/><Relationship Id="rId6" Type="http://schemas.openxmlformats.org/officeDocument/2006/relationships/image" Target="../media/image13.svg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svg"/><Relationship Id="rId1" Type="http://schemas.openxmlformats.org/officeDocument/2006/relationships/image" Target="../media/image8.png"/><Relationship Id="rId6" Type="http://schemas.openxmlformats.org/officeDocument/2006/relationships/image" Target="../media/image19.svg"/><Relationship Id="rId5" Type="http://schemas.openxmlformats.org/officeDocument/2006/relationships/image" Target="../media/image10.png"/><Relationship Id="rId4" Type="http://schemas.openxmlformats.org/officeDocument/2006/relationships/image" Target="../media/image1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9.svg"/><Relationship Id="rId1" Type="http://schemas.openxmlformats.org/officeDocument/2006/relationships/image" Target="../media/image10.png"/><Relationship Id="rId6" Type="http://schemas.openxmlformats.org/officeDocument/2006/relationships/image" Target="../media/image23.svg"/><Relationship Id="rId5" Type="http://schemas.openxmlformats.org/officeDocument/2006/relationships/image" Target="../media/image12.png"/><Relationship Id="rId4" Type="http://schemas.openxmlformats.org/officeDocument/2006/relationships/image" Target="../media/image2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svg"/><Relationship Id="rId1" Type="http://schemas.openxmlformats.org/officeDocument/2006/relationships/image" Target="../media/image6.png"/><Relationship Id="rId4" Type="http://schemas.openxmlformats.org/officeDocument/2006/relationships/image" Target="../media/image1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svg"/><Relationship Id="rId1" Type="http://schemas.openxmlformats.org/officeDocument/2006/relationships/image" Target="../media/image3.png"/><Relationship Id="rId6" Type="http://schemas.openxmlformats.org/officeDocument/2006/relationships/image" Target="../media/image27.svg"/><Relationship Id="rId5" Type="http://schemas.openxmlformats.org/officeDocument/2006/relationships/image" Target="../media/image14.png"/><Relationship Id="rId4" Type="http://schemas.openxmlformats.org/officeDocument/2006/relationships/image" Target="../media/image25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svg"/><Relationship Id="rId1" Type="http://schemas.openxmlformats.org/officeDocument/2006/relationships/image" Target="../media/image15.png"/><Relationship Id="rId6" Type="http://schemas.openxmlformats.org/officeDocument/2006/relationships/image" Target="../media/image31.svg"/><Relationship Id="rId5" Type="http://schemas.openxmlformats.org/officeDocument/2006/relationships/image" Target="../media/image16.png"/><Relationship Id="rId4" Type="http://schemas.openxmlformats.org/officeDocument/2006/relationships/image" Target="../media/image3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3.svg"/><Relationship Id="rId1" Type="http://schemas.openxmlformats.org/officeDocument/2006/relationships/image" Target="../media/image17.png"/><Relationship Id="rId4" Type="http://schemas.openxmlformats.org/officeDocument/2006/relationships/image" Target="../media/image35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image" Target="../media/image46.svg"/><Relationship Id="rId1" Type="http://schemas.openxmlformats.org/officeDocument/2006/relationships/image" Target="../media/image22.png"/><Relationship Id="rId6" Type="http://schemas.openxmlformats.org/officeDocument/2006/relationships/image" Target="../media/image50.svg"/><Relationship Id="rId5" Type="http://schemas.openxmlformats.org/officeDocument/2006/relationships/image" Target="../media/image24.png"/><Relationship Id="rId4" Type="http://schemas.openxmlformats.org/officeDocument/2006/relationships/image" Target="../media/image48.sv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27.png"/><Relationship Id="rId7" Type="http://schemas.openxmlformats.org/officeDocument/2006/relationships/image" Target="../media/image28.png"/><Relationship Id="rId2" Type="http://schemas.openxmlformats.org/officeDocument/2006/relationships/image" Target="../media/image46.svg"/><Relationship Id="rId1" Type="http://schemas.openxmlformats.org/officeDocument/2006/relationships/image" Target="../media/image26.png"/><Relationship Id="rId6" Type="http://schemas.openxmlformats.org/officeDocument/2006/relationships/image" Target="../media/image50.svg"/><Relationship Id="rId5" Type="http://schemas.openxmlformats.org/officeDocument/2006/relationships/image" Target="../media/image24.png"/><Relationship Id="rId4" Type="http://schemas.openxmlformats.org/officeDocument/2006/relationships/image" Target="../media/image4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981F28-EEF8-47F7-B40C-C464FD3C22B2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EC9E20C-8722-4528-8AEA-430390642E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Retail businesses and economists rely on sales forecasts to Manage inventory</a:t>
          </a:r>
          <a:endParaRPr lang="en-US"/>
        </a:p>
      </dgm:t>
    </dgm:pt>
    <dgm:pt modelId="{B65EBA69-5AE8-47FA-9482-D9D2115B7949}" type="parTrans" cxnId="{59900AB7-2781-4608-B86C-FE0B683FB6D6}">
      <dgm:prSet/>
      <dgm:spPr/>
      <dgm:t>
        <a:bodyPr/>
        <a:lstStyle/>
        <a:p>
          <a:endParaRPr lang="en-US"/>
        </a:p>
      </dgm:t>
    </dgm:pt>
    <dgm:pt modelId="{D66BD441-2BA8-43F4-A5B5-04949029F453}" type="sibTrans" cxnId="{59900AB7-2781-4608-B86C-FE0B683FB6D6}">
      <dgm:prSet/>
      <dgm:spPr/>
      <dgm:t>
        <a:bodyPr/>
        <a:lstStyle/>
        <a:p>
          <a:endParaRPr lang="en-US"/>
        </a:p>
      </dgm:t>
    </dgm:pt>
    <dgm:pt modelId="{00DCAEEE-0ED4-494A-BCC8-3D5FF35C39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adjust marketing efforts</a:t>
          </a:r>
          <a:endParaRPr lang="en-US"/>
        </a:p>
      </dgm:t>
    </dgm:pt>
    <dgm:pt modelId="{C2988BCE-FA5B-4254-969A-0CF9D9D878D7}" type="parTrans" cxnId="{468BF3EF-EA35-4568-9681-A406E356835E}">
      <dgm:prSet/>
      <dgm:spPr/>
      <dgm:t>
        <a:bodyPr/>
        <a:lstStyle/>
        <a:p>
          <a:endParaRPr lang="en-US"/>
        </a:p>
      </dgm:t>
    </dgm:pt>
    <dgm:pt modelId="{85D4E925-2B3D-4E0F-837B-5EEB594F3148}" type="sibTrans" cxnId="{468BF3EF-EA35-4568-9681-A406E356835E}">
      <dgm:prSet/>
      <dgm:spPr/>
      <dgm:t>
        <a:bodyPr/>
        <a:lstStyle/>
        <a:p>
          <a:endParaRPr lang="en-US"/>
        </a:p>
      </dgm:t>
    </dgm:pt>
    <dgm:pt modelId="{78732948-80C3-4E44-A4F4-CD9845574F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Predict economic conditions</a:t>
          </a:r>
          <a:endParaRPr lang="en-US"/>
        </a:p>
      </dgm:t>
    </dgm:pt>
    <dgm:pt modelId="{E5FDDEC0-52A9-4C15-91D1-B4BAC5EAD04D}" type="parTrans" cxnId="{F4AB6397-6B0F-4268-9F50-59A9D8D3CB95}">
      <dgm:prSet/>
      <dgm:spPr/>
      <dgm:t>
        <a:bodyPr/>
        <a:lstStyle/>
        <a:p>
          <a:endParaRPr lang="en-US"/>
        </a:p>
      </dgm:t>
    </dgm:pt>
    <dgm:pt modelId="{76B8044A-2C5D-4A56-8AF1-30303BB322A6}" type="sibTrans" cxnId="{F4AB6397-6B0F-4268-9F50-59A9D8D3CB95}">
      <dgm:prSet/>
      <dgm:spPr/>
      <dgm:t>
        <a:bodyPr/>
        <a:lstStyle/>
        <a:p>
          <a:endParaRPr lang="en-US"/>
        </a:p>
      </dgm:t>
    </dgm:pt>
    <dgm:pt modelId="{8EA770BB-C20C-4B4C-B41F-09C7555371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Make investment decisions </a:t>
          </a:r>
          <a:endParaRPr lang="en-US"/>
        </a:p>
      </dgm:t>
    </dgm:pt>
    <dgm:pt modelId="{A545F73D-5497-45BD-BEAF-FEF9C927FBB0}" type="parTrans" cxnId="{9621BB2F-1BEF-48CE-A3B6-2A43021AF6A0}">
      <dgm:prSet/>
      <dgm:spPr/>
      <dgm:t>
        <a:bodyPr/>
        <a:lstStyle/>
        <a:p>
          <a:endParaRPr lang="en-US"/>
        </a:p>
      </dgm:t>
    </dgm:pt>
    <dgm:pt modelId="{153CF2CD-FD88-4192-80D8-3ED1FD40D1D2}" type="sibTrans" cxnId="{9621BB2F-1BEF-48CE-A3B6-2A43021AF6A0}">
      <dgm:prSet/>
      <dgm:spPr/>
      <dgm:t>
        <a:bodyPr/>
        <a:lstStyle/>
        <a:p>
          <a:endParaRPr lang="en-US"/>
        </a:p>
      </dgm:t>
    </dgm:pt>
    <dgm:pt modelId="{B2ED047C-9264-422B-8ADE-386032996D99}" type="pres">
      <dgm:prSet presAssocID="{41981F28-EEF8-47F7-B40C-C464FD3C22B2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F39E343-4C1D-4687-8AAE-BD0FE59B08E5}" type="pres">
      <dgm:prSet presAssocID="{2EC9E20C-8722-4528-8AEA-430390642E96}" presName="compNode" presStyleCnt="0"/>
      <dgm:spPr/>
    </dgm:pt>
    <dgm:pt modelId="{B59C2FF0-9AEA-48BC-A4CA-D80F777A87C5}" type="pres">
      <dgm:prSet presAssocID="{2EC9E20C-8722-4528-8AEA-430390642E9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A40F0AE-07D3-4B53-9EF3-D00F6D2B3E0C}" type="pres">
      <dgm:prSet presAssocID="{2EC9E20C-8722-4528-8AEA-430390642E96}" presName="spaceRect" presStyleCnt="0"/>
      <dgm:spPr/>
    </dgm:pt>
    <dgm:pt modelId="{1207065F-DBFC-4BD4-A645-95DBEA6742C2}" type="pres">
      <dgm:prSet presAssocID="{2EC9E20C-8722-4528-8AEA-430390642E96}" presName="textRect" presStyleLbl="revTx" presStyleIdx="0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0D875B14-041D-4E7D-AA2E-2222004BF7AB}" type="pres">
      <dgm:prSet presAssocID="{D66BD441-2BA8-43F4-A5B5-04949029F453}" presName="sibTrans" presStyleCnt="0"/>
      <dgm:spPr/>
    </dgm:pt>
    <dgm:pt modelId="{1CF6E30B-26B6-4F84-A547-4C4CF732988A}" type="pres">
      <dgm:prSet presAssocID="{00DCAEEE-0ED4-494A-BCC8-3D5FF35C3919}" presName="compNode" presStyleCnt="0"/>
      <dgm:spPr/>
    </dgm:pt>
    <dgm:pt modelId="{6927CE5C-DA46-49B0-BD09-88991BEB5895}" type="pres">
      <dgm:prSet presAssocID="{00DCAEEE-0ED4-494A-BCC8-3D5FF35C391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49545F2-6AD8-4E05-84CB-327C2E9A076F}" type="pres">
      <dgm:prSet presAssocID="{00DCAEEE-0ED4-494A-BCC8-3D5FF35C3919}" presName="spaceRect" presStyleCnt="0"/>
      <dgm:spPr/>
    </dgm:pt>
    <dgm:pt modelId="{FE4E0AFA-798A-416A-917B-BB111BFF3371}" type="pres">
      <dgm:prSet presAssocID="{00DCAEEE-0ED4-494A-BCC8-3D5FF35C3919}" presName="textRect" presStyleLbl="revTx" presStyleIdx="1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FCB40B98-FE29-45F4-8564-DD7851BEE5A1}" type="pres">
      <dgm:prSet presAssocID="{85D4E925-2B3D-4E0F-837B-5EEB594F3148}" presName="sibTrans" presStyleCnt="0"/>
      <dgm:spPr/>
    </dgm:pt>
    <dgm:pt modelId="{62EBD2B0-2B03-47CC-BDB2-4BE97261E1AD}" type="pres">
      <dgm:prSet presAssocID="{78732948-80C3-4E44-A4F4-CD9845574FCA}" presName="compNode" presStyleCnt="0"/>
      <dgm:spPr/>
    </dgm:pt>
    <dgm:pt modelId="{E2D34FBB-A2A5-4874-98EC-FE8D6E46AD95}" type="pres">
      <dgm:prSet presAssocID="{78732948-80C3-4E44-A4F4-CD9845574FC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76FC2045-E640-4683-9593-25945B7937C1}" type="pres">
      <dgm:prSet presAssocID="{78732948-80C3-4E44-A4F4-CD9845574FCA}" presName="spaceRect" presStyleCnt="0"/>
      <dgm:spPr/>
    </dgm:pt>
    <dgm:pt modelId="{C07C5444-7798-4DF0-B8D9-3AA33B784DFF}" type="pres">
      <dgm:prSet presAssocID="{78732948-80C3-4E44-A4F4-CD9845574FCA}" presName="textRect" presStyleLbl="revTx" presStyleIdx="2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17BA60E2-37C1-4FF7-A7A5-FE4FDED0B066}" type="pres">
      <dgm:prSet presAssocID="{76B8044A-2C5D-4A56-8AF1-30303BB322A6}" presName="sibTrans" presStyleCnt="0"/>
      <dgm:spPr/>
    </dgm:pt>
    <dgm:pt modelId="{1E37D4CB-91A3-49CD-A813-80D2C5B2B63F}" type="pres">
      <dgm:prSet presAssocID="{8EA770BB-C20C-4B4C-B41F-09C755537198}" presName="compNode" presStyleCnt="0"/>
      <dgm:spPr/>
    </dgm:pt>
    <dgm:pt modelId="{D1EF242D-7A90-4D10-BB51-614E233FAE5A}" type="pres">
      <dgm:prSet presAssocID="{8EA770BB-C20C-4B4C-B41F-09C75553719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6381C11-C922-498A-84A7-0D71131FEDF0}" type="pres">
      <dgm:prSet presAssocID="{8EA770BB-C20C-4B4C-B41F-09C755537198}" presName="spaceRect" presStyleCnt="0"/>
      <dgm:spPr/>
    </dgm:pt>
    <dgm:pt modelId="{8B8DBE45-EA21-474C-968D-73E59C7A79FD}" type="pres">
      <dgm:prSet presAssocID="{8EA770BB-C20C-4B4C-B41F-09C755537198}" presName="textRect" presStyleLbl="revTx" presStyleIdx="3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3EAA0D5-4D16-43F2-BC96-2F4241E329EE}" type="presOf" srcId="{8EA770BB-C20C-4B4C-B41F-09C755537198}" destId="{8B8DBE45-EA21-474C-968D-73E59C7A79FD}" srcOrd="0" destOrd="0" presId="urn:microsoft.com/office/officeart/2018/2/layout/IconLabelList"/>
    <dgm:cxn modelId="{F4AB6397-6B0F-4268-9F50-59A9D8D3CB95}" srcId="{41981F28-EEF8-47F7-B40C-C464FD3C22B2}" destId="{78732948-80C3-4E44-A4F4-CD9845574FCA}" srcOrd="2" destOrd="0" parTransId="{E5FDDEC0-52A9-4C15-91D1-B4BAC5EAD04D}" sibTransId="{76B8044A-2C5D-4A56-8AF1-30303BB322A6}"/>
    <dgm:cxn modelId="{E96381C4-F548-4042-8CDA-CB2B78CF5EA1}" type="presOf" srcId="{2EC9E20C-8722-4528-8AEA-430390642E96}" destId="{1207065F-DBFC-4BD4-A645-95DBEA6742C2}" srcOrd="0" destOrd="0" presId="urn:microsoft.com/office/officeart/2018/2/layout/IconLabelList"/>
    <dgm:cxn modelId="{9621BB2F-1BEF-48CE-A3B6-2A43021AF6A0}" srcId="{41981F28-EEF8-47F7-B40C-C464FD3C22B2}" destId="{8EA770BB-C20C-4B4C-B41F-09C755537198}" srcOrd="3" destOrd="0" parTransId="{A545F73D-5497-45BD-BEAF-FEF9C927FBB0}" sibTransId="{153CF2CD-FD88-4192-80D8-3ED1FD40D1D2}"/>
    <dgm:cxn modelId="{433A3582-023A-4A21-9FE4-79673662CA2B}" type="presOf" srcId="{41981F28-EEF8-47F7-B40C-C464FD3C22B2}" destId="{B2ED047C-9264-422B-8ADE-386032996D99}" srcOrd="0" destOrd="0" presId="urn:microsoft.com/office/officeart/2018/2/layout/IconLabelList"/>
    <dgm:cxn modelId="{8297950D-99A8-496A-B1E2-ED77A7B8E2F7}" type="presOf" srcId="{00DCAEEE-0ED4-494A-BCC8-3D5FF35C3919}" destId="{FE4E0AFA-798A-416A-917B-BB111BFF3371}" srcOrd="0" destOrd="0" presId="urn:microsoft.com/office/officeart/2018/2/layout/IconLabelList"/>
    <dgm:cxn modelId="{59900AB7-2781-4608-B86C-FE0B683FB6D6}" srcId="{41981F28-EEF8-47F7-B40C-C464FD3C22B2}" destId="{2EC9E20C-8722-4528-8AEA-430390642E96}" srcOrd="0" destOrd="0" parTransId="{B65EBA69-5AE8-47FA-9482-D9D2115B7949}" sibTransId="{D66BD441-2BA8-43F4-A5B5-04949029F453}"/>
    <dgm:cxn modelId="{468BF3EF-EA35-4568-9681-A406E356835E}" srcId="{41981F28-EEF8-47F7-B40C-C464FD3C22B2}" destId="{00DCAEEE-0ED4-494A-BCC8-3D5FF35C3919}" srcOrd="1" destOrd="0" parTransId="{C2988BCE-FA5B-4254-969A-0CF9D9D878D7}" sibTransId="{85D4E925-2B3D-4E0F-837B-5EEB594F3148}"/>
    <dgm:cxn modelId="{E07FD114-448C-4398-A697-9F61AA35E7B0}" type="presOf" srcId="{78732948-80C3-4E44-A4F4-CD9845574FCA}" destId="{C07C5444-7798-4DF0-B8D9-3AA33B784DFF}" srcOrd="0" destOrd="0" presId="urn:microsoft.com/office/officeart/2018/2/layout/IconLabelList"/>
    <dgm:cxn modelId="{DA7A51E1-0BA1-402F-B680-99DCA9B0FF9B}" type="presParOf" srcId="{B2ED047C-9264-422B-8ADE-386032996D99}" destId="{EF39E343-4C1D-4687-8AAE-BD0FE59B08E5}" srcOrd="0" destOrd="0" presId="urn:microsoft.com/office/officeart/2018/2/layout/IconLabelList"/>
    <dgm:cxn modelId="{5B11257B-588D-4101-828A-FC6C5AFD0D48}" type="presParOf" srcId="{EF39E343-4C1D-4687-8AAE-BD0FE59B08E5}" destId="{B59C2FF0-9AEA-48BC-A4CA-D80F777A87C5}" srcOrd="0" destOrd="0" presId="urn:microsoft.com/office/officeart/2018/2/layout/IconLabelList"/>
    <dgm:cxn modelId="{F3464AD7-1AFF-4A61-AB9A-1DE1451C38E0}" type="presParOf" srcId="{EF39E343-4C1D-4687-8AAE-BD0FE59B08E5}" destId="{7A40F0AE-07D3-4B53-9EF3-D00F6D2B3E0C}" srcOrd="1" destOrd="0" presId="urn:microsoft.com/office/officeart/2018/2/layout/IconLabelList"/>
    <dgm:cxn modelId="{CDD3A1C4-4B97-4AE5-A951-DB409B8EE863}" type="presParOf" srcId="{EF39E343-4C1D-4687-8AAE-BD0FE59B08E5}" destId="{1207065F-DBFC-4BD4-A645-95DBEA6742C2}" srcOrd="2" destOrd="0" presId="urn:microsoft.com/office/officeart/2018/2/layout/IconLabelList"/>
    <dgm:cxn modelId="{F525803E-C36A-4807-AFBA-09CF6CD5EC54}" type="presParOf" srcId="{B2ED047C-9264-422B-8ADE-386032996D99}" destId="{0D875B14-041D-4E7D-AA2E-2222004BF7AB}" srcOrd="1" destOrd="0" presId="urn:microsoft.com/office/officeart/2018/2/layout/IconLabelList"/>
    <dgm:cxn modelId="{B8C8E498-5746-4596-B785-D8F0DDFFB42D}" type="presParOf" srcId="{B2ED047C-9264-422B-8ADE-386032996D99}" destId="{1CF6E30B-26B6-4F84-A547-4C4CF732988A}" srcOrd="2" destOrd="0" presId="urn:microsoft.com/office/officeart/2018/2/layout/IconLabelList"/>
    <dgm:cxn modelId="{41BC6AE5-C12E-401E-9852-06442DA56980}" type="presParOf" srcId="{1CF6E30B-26B6-4F84-A547-4C4CF732988A}" destId="{6927CE5C-DA46-49B0-BD09-88991BEB5895}" srcOrd="0" destOrd="0" presId="urn:microsoft.com/office/officeart/2018/2/layout/IconLabelList"/>
    <dgm:cxn modelId="{F117340B-2E59-4B1F-8A19-3F7B44384864}" type="presParOf" srcId="{1CF6E30B-26B6-4F84-A547-4C4CF732988A}" destId="{A49545F2-6AD8-4E05-84CB-327C2E9A076F}" srcOrd="1" destOrd="0" presId="urn:microsoft.com/office/officeart/2018/2/layout/IconLabelList"/>
    <dgm:cxn modelId="{3BE5B137-4622-4396-8B6F-10053E823777}" type="presParOf" srcId="{1CF6E30B-26B6-4F84-A547-4C4CF732988A}" destId="{FE4E0AFA-798A-416A-917B-BB111BFF3371}" srcOrd="2" destOrd="0" presId="urn:microsoft.com/office/officeart/2018/2/layout/IconLabelList"/>
    <dgm:cxn modelId="{7AE09A87-49EB-469D-B2ED-95CA8628AC18}" type="presParOf" srcId="{B2ED047C-9264-422B-8ADE-386032996D99}" destId="{FCB40B98-FE29-45F4-8564-DD7851BEE5A1}" srcOrd="3" destOrd="0" presId="urn:microsoft.com/office/officeart/2018/2/layout/IconLabelList"/>
    <dgm:cxn modelId="{F95E4FEA-C3D7-4B5C-8795-8C4E1367D998}" type="presParOf" srcId="{B2ED047C-9264-422B-8ADE-386032996D99}" destId="{62EBD2B0-2B03-47CC-BDB2-4BE97261E1AD}" srcOrd="4" destOrd="0" presId="urn:microsoft.com/office/officeart/2018/2/layout/IconLabelList"/>
    <dgm:cxn modelId="{03E3765E-CF29-4308-9074-9D37BD6F29C9}" type="presParOf" srcId="{62EBD2B0-2B03-47CC-BDB2-4BE97261E1AD}" destId="{E2D34FBB-A2A5-4874-98EC-FE8D6E46AD95}" srcOrd="0" destOrd="0" presId="urn:microsoft.com/office/officeart/2018/2/layout/IconLabelList"/>
    <dgm:cxn modelId="{B28EF210-7923-42DE-A2E1-D318D17D744E}" type="presParOf" srcId="{62EBD2B0-2B03-47CC-BDB2-4BE97261E1AD}" destId="{76FC2045-E640-4683-9593-25945B7937C1}" srcOrd="1" destOrd="0" presId="urn:microsoft.com/office/officeart/2018/2/layout/IconLabelList"/>
    <dgm:cxn modelId="{2602687B-0BC1-4242-AC61-9E61874B9A05}" type="presParOf" srcId="{62EBD2B0-2B03-47CC-BDB2-4BE97261E1AD}" destId="{C07C5444-7798-4DF0-B8D9-3AA33B784DFF}" srcOrd="2" destOrd="0" presId="urn:microsoft.com/office/officeart/2018/2/layout/IconLabelList"/>
    <dgm:cxn modelId="{E8612FF6-EC31-429E-B3A9-C0FDE827BFF8}" type="presParOf" srcId="{B2ED047C-9264-422B-8ADE-386032996D99}" destId="{17BA60E2-37C1-4FF7-A7A5-FE4FDED0B066}" srcOrd="5" destOrd="0" presId="urn:microsoft.com/office/officeart/2018/2/layout/IconLabelList"/>
    <dgm:cxn modelId="{4608375C-F5CB-4CA5-A28F-7479B5F9F94C}" type="presParOf" srcId="{B2ED047C-9264-422B-8ADE-386032996D99}" destId="{1E37D4CB-91A3-49CD-A813-80D2C5B2B63F}" srcOrd="6" destOrd="0" presId="urn:microsoft.com/office/officeart/2018/2/layout/IconLabelList"/>
    <dgm:cxn modelId="{8C3EBE5D-B9C1-45EB-BC0C-6B4D443DD426}" type="presParOf" srcId="{1E37D4CB-91A3-49CD-A813-80D2C5B2B63F}" destId="{D1EF242D-7A90-4D10-BB51-614E233FAE5A}" srcOrd="0" destOrd="0" presId="urn:microsoft.com/office/officeart/2018/2/layout/IconLabelList"/>
    <dgm:cxn modelId="{0DFAE6ED-AD22-43F6-84C9-8ED988F0D3A5}" type="presParOf" srcId="{1E37D4CB-91A3-49CD-A813-80D2C5B2B63F}" destId="{36381C11-C922-498A-84A7-0D71131FEDF0}" srcOrd="1" destOrd="0" presId="urn:microsoft.com/office/officeart/2018/2/layout/IconLabelList"/>
    <dgm:cxn modelId="{4C9ED474-4D46-4223-90E3-6920CF754310}" type="presParOf" srcId="{1E37D4CB-91A3-49CD-A813-80D2C5B2B63F}" destId="{8B8DBE45-EA21-474C-968D-73E59C7A79F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4C5562A-F345-4B22-89BE-E26F3C3DD2A8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A97F50-8EFD-478B-8FBC-6655DC5586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Consumer price index (CPIAUCS)</a:t>
          </a:r>
          <a:endParaRPr lang="en-US"/>
        </a:p>
      </dgm:t>
    </dgm:pt>
    <dgm:pt modelId="{C2F2A1F7-EECA-4D97-971B-B5B348997539}" type="parTrans" cxnId="{7E0C62E1-F831-4CB2-AA11-1BEEB7B4265B}">
      <dgm:prSet/>
      <dgm:spPr/>
      <dgm:t>
        <a:bodyPr/>
        <a:lstStyle/>
        <a:p>
          <a:endParaRPr lang="en-US"/>
        </a:p>
      </dgm:t>
    </dgm:pt>
    <dgm:pt modelId="{D6B3F353-F055-432C-8709-57C4C0801B06}" type="sibTrans" cxnId="{7E0C62E1-F831-4CB2-AA11-1BEEB7B4265B}">
      <dgm:prSet/>
      <dgm:spPr/>
      <dgm:t>
        <a:bodyPr/>
        <a:lstStyle/>
        <a:p>
          <a:endParaRPr lang="en-US"/>
        </a:p>
      </dgm:t>
    </dgm:pt>
    <dgm:pt modelId="{749442D2-1BF4-4AB9-BE35-AF3D4963CE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Measure inflation </a:t>
          </a:r>
        </a:p>
      </dgm:t>
    </dgm:pt>
    <dgm:pt modelId="{E3035E9E-5FD3-4FEE-AA4D-A394388C0786}" type="parTrans" cxnId="{7A55F171-C51A-4797-9137-F182372A423D}">
      <dgm:prSet/>
      <dgm:spPr/>
      <dgm:t>
        <a:bodyPr/>
        <a:lstStyle/>
        <a:p>
          <a:endParaRPr lang="en-US"/>
        </a:p>
      </dgm:t>
    </dgm:pt>
    <dgm:pt modelId="{0B9177D7-8676-4828-9790-84C92D21E67D}" type="sibTrans" cxnId="{7A55F171-C51A-4797-9137-F182372A423D}">
      <dgm:prSet/>
      <dgm:spPr/>
      <dgm:t>
        <a:bodyPr/>
        <a:lstStyle/>
        <a:p>
          <a:endParaRPr lang="en-US"/>
        </a:p>
      </dgm:t>
    </dgm:pt>
    <dgm:pt modelId="{955CAE14-6A61-4188-8830-187CF520E4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High inflation can reduce purchasing power, affecting retail sales.</a:t>
          </a:r>
          <a:endParaRPr lang="en-US"/>
        </a:p>
      </dgm:t>
    </dgm:pt>
    <dgm:pt modelId="{B0956AFC-BC5B-418D-A8BD-C58DFF679947}" type="parTrans" cxnId="{4265CC13-3AE1-450D-9667-3ED5DF15ADD7}">
      <dgm:prSet/>
      <dgm:spPr/>
      <dgm:t>
        <a:bodyPr/>
        <a:lstStyle/>
        <a:p>
          <a:endParaRPr lang="en-US"/>
        </a:p>
      </dgm:t>
    </dgm:pt>
    <dgm:pt modelId="{D38A61EB-B7E0-404B-B9C7-80582880252B}" type="sibTrans" cxnId="{4265CC13-3AE1-450D-9667-3ED5DF15ADD7}">
      <dgm:prSet/>
      <dgm:spPr/>
      <dgm:t>
        <a:bodyPr/>
        <a:lstStyle/>
        <a:p>
          <a:endParaRPr lang="en-US"/>
        </a:p>
      </dgm:t>
    </dgm:pt>
    <dgm:pt modelId="{96E229C1-090C-4CA3-BB0E-AB18A56981DD}" type="pres">
      <dgm:prSet presAssocID="{C4C5562A-F345-4B22-89BE-E26F3C3DD2A8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9D8D7B6-1FE9-4BC0-B339-869F2D045D98}" type="pres">
      <dgm:prSet presAssocID="{01A97F50-8EFD-478B-8FBC-6655DC5586EF}" presName="compNode" presStyleCnt="0"/>
      <dgm:spPr/>
    </dgm:pt>
    <dgm:pt modelId="{77178541-C7A8-49AA-8378-EDD5A084A0CC}" type="pres">
      <dgm:prSet presAssocID="{01A97F50-8EFD-478B-8FBC-6655DC5586E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7978AC15-7D2C-4064-B8D6-0543DB9FB19D}" type="pres">
      <dgm:prSet presAssocID="{01A97F50-8EFD-478B-8FBC-6655DC5586EF}" presName="spaceRect" presStyleCnt="0"/>
      <dgm:spPr/>
    </dgm:pt>
    <dgm:pt modelId="{4693FB63-F790-458D-917C-4A677CED1DD5}" type="pres">
      <dgm:prSet presAssocID="{01A97F50-8EFD-478B-8FBC-6655DC5586EF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30BDB0D0-B800-4D96-87B2-152E5F2F9D08}" type="pres">
      <dgm:prSet presAssocID="{D6B3F353-F055-432C-8709-57C4C0801B06}" presName="sibTrans" presStyleCnt="0"/>
      <dgm:spPr/>
    </dgm:pt>
    <dgm:pt modelId="{FE7B6B5A-E6FD-4014-8AF4-ADB914FCA382}" type="pres">
      <dgm:prSet presAssocID="{749442D2-1BF4-4AB9-BE35-AF3D4963CEEC}" presName="compNode" presStyleCnt="0"/>
      <dgm:spPr/>
    </dgm:pt>
    <dgm:pt modelId="{66671547-8256-4617-B09F-7A15EBD8100A}" type="pres">
      <dgm:prSet presAssocID="{749442D2-1BF4-4AB9-BE35-AF3D4963CEE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B384F16B-9F0C-4F3A-B06C-C73E1B5B8EBC}" type="pres">
      <dgm:prSet presAssocID="{749442D2-1BF4-4AB9-BE35-AF3D4963CEEC}" presName="spaceRect" presStyleCnt="0"/>
      <dgm:spPr/>
    </dgm:pt>
    <dgm:pt modelId="{44FFBB20-BF45-4F77-B47B-A04A9543B63F}" type="pres">
      <dgm:prSet presAssocID="{749442D2-1BF4-4AB9-BE35-AF3D4963CEEC}" presName="textRect" presStyleLbl="revTx" presStyleIdx="1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D7A9087F-E683-45B6-B6C2-E5FFE225EB52}" type="pres">
      <dgm:prSet presAssocID="{0B9177D7-8676-4828-9790-84C92D21E67D}" presName="sibTrans" presStyleCnt="0"/>
      <dgm:spPr/>
    </dgm:pt>
    <dgm:pt modelId="{98AE390F-5525-4C77-9073-C54B756616CB}" type="pres">
      <dgm:prSet presAssocID="{955CAE14-6A61-4188-8830-187CF520E424}" presName="compNode" presStyleCnt="0"/>
      <dgm:spPr/>
    </dgm:pt>
    <dgm:pt modelId="{46369271-E36F-4F14-A074-F8DCFFE451D7}" type="pres">
      <dgm:prSet presAssocID="{955CAE14-6A61-4188-8830-187CF520E42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33E472D5-293C-418A-BE0D-82D1F100652E}" type="pres">
      <dgm:prSet presAssocID="{955CAE14-6A61-4188-8830-187CF520E424}" presName="spaceRect" presStyleCnt="0"/>
      <dgm:spPr/>
    </dgm:pt>
    <dgm:pt modelId="{CE11B8E9-F283-40ED-9667-FA6A70EAB6D3}" type="pres">
      <dgm:prSet presAssocID="{955CAE14-6A61-4188-8830-187CF520E424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265CC13-3AE1-450D-9667-3ED5DF15ADD7}" srcId="{C4C5562A-F345-4B22-89BE-E26F3C3DD2A8}" destId="{955CAE14-6A61-4188-8830-187CF520E424}" srcOrd="2" destOrd="0" parTransId="{B0956AFC-BC5B-418D-A8BD-C58DFF679947}" sibTransId="{D38A61EB-B7E0-404B-B9C7-80582880252B}"/>
    <dgm:cxn modelId="{CD6824EB-F507-415E-B510-3E89A8DDB9CE}" type="presOf" srcId="{955CAE14-6A61-4188-8830-187CF520E424}" destId="{CE11B8E9-F283-40ED-9667-FA6A70EAB6D3}" srcOrd="0" destOrd="0" presId="urn:microsoft.com/office/officeart/2018/2/layout/IconLabelList"/>
    <dgm:cxn modelId="{7E0C62E1-F831-4CB2-AA11-1BEEB7B4265B}" srcId="{C4C5562A-F345-4B22-89BE-E26F3C3DD2A8}" destId="{01A97F50-8EFD-478B-8FBC-6655DC5586EF}" srcOrd="0" destOrd="0" parTransId="{C2F2A1F7-EECA-4D97-971B-B5B348997539}" sibTransId="{D6B3F353-F055-432C-8709-57C4C0801B06}"/>
    <dgm:cxn modelId="{6129EB16-E2A5-46E3-B2D9-5476CEB30BD9}" type="presOf" srcId="{C4C5562A-F345-4B22-89BE-E26F3C3DD2A8}" destId="{96E229C1-090C-4CA3-BB0E-AB18A56981DD}" srcOrd="0" destOrd="0" presId="urn:microsoft.com/office/officeart/2018/2/layout/IconLabelList"/>
    <dgm:cxn modelId="{7A55F171-C51A-4797-9137-F182372A423D}" srcId="{C4C5562A-F345-4B22-89BE-E26F3C3DD2A8}" destId="{749442D2-1BF4-4AB9-BE35-AF3D4963CEEC}" srcOrd="1" destOrd="0" parTransId="{E3035E9E-5FD3-4FEE-AA4D-A394388C0786}" sibTransId="{0B9177D7-8676-4828-9790-84C92D21E67D}"/>
    <dgm:cxn modelId="{68B094A2-0086-4D1F-A749-86A2412D4B83}" type="presOf" srcId="{01A97F50-8EFD-478B-8FBC-6655DC5586EF}" destId="{4693FB63-F790-458D-917C-4A677CED1DD5}" srcOrd="0" destOrd="0" presId="urn:microsoft.com/office/officeart/2018/2/layout/IconLabelList"/>
    <dgm:cxn modelId="{97F54B75-9045-4B38-A739-18BADBEA8497}" type="presOf" srcId="{749442D2-1BF4-4AB9-BE35-AF3D4963CEEC}" destId="{44FFBB20-BF45-4F77-B47B-A04A9543B63F}" srcOrd="0" destOrd="0" presId="urn:microsoft.com/office/officeart/2018/2/layout/IconLabelList"/>
    <dgm:cxn modelId="{3C5E1BBB-C9F0-42AF-A3F1-D7D33671E6B9}" type="presParOf" srcId="{96E229C1-090C-4CA3-BB0E-AB18A56981DD}" destId="{29D8D7B6-1FE9-4BC0-B339-869F2D045D98}" srcOrd="0" destOrd="0" presId="urn:microsoft.com/office/officeart/2018/2/layout/IconLabelList"/>
    <dgm:cxn modelId="{429CE50E-2322-4CDB-BACD-4BE462503E5B}" type="presParOf" srcId="{29D8D7B6-1FE9-4BC0-B339-869F2D045D98}" destId="{77178541-C7A8-49AA-8378-EDD5A084A0CC}" srcOrd="0" destOrd="0" presId="urn:microsoft.com/office/officeart/2018/2/layout/IconLabelList"/>
    <dgm:cxn modelId="{735EE1F0-B9BF-4271-8C36-6BE0E811FC63}" type="presParOf" srcId="{29D8D7B6-1FE9-4BC0-B339-869F2D045D98}" destId="{7978AC15-7D2C-4064-B8D6-0543DB9FB19D}" srcOrd="1" destOrd="0" presId="urn:microsoft.com/office/officeart/2018/2/layout/IconLabelList"/>
    <dgm:cxn modelId="{6158A9AF-E0E4-4225-B4BA-935253F84ACF}" type="presParOf" srcId="{29D8D7B6-1FE9-4BC0-B339-869F2D045D98}" destId="{4693FB63-F790-458D-917C-4A677CED1DD5}" srcOrd="2" destOrd="0" presId="urn:microsoft.com/office/officeart/2018/2/layout/IconLabelList"/>
    <dgm:cxn modelId="{B7A69F4F-FCAC-4F84-85A7-83A6959DFA11}" type="presParOf" srcId="{96E229C1-090C-4CA3-BB0E-AB18A56981DD}" destId="{30BDB0D0-B800-4D96-87B2-152E5F2F9D08}" srcOrd="1" destOrd="0" presId="urn:microsoft.com/office/officeart/2018/2/layout/IconLabelList"/>
    <dgm:cxn modelId="{006BDCCF-588C-4BC2-8FD7-B1B4C972FEC0}" type="presParOf" srcId="{96E229C1-090C-4CA3-BB0E-AB18A56981DD}" destId="{FE7B6B5A-E6FD-4014-8AF4-ADB914FCA382}" srcOrd="2" destOrd="0" presId="urn:microsoft.com/office/officeart/2018/2/layout/IconLabelList"/>
    <dgm:cxn modelId="{1560C0CB-744E-4F44-89B0-7DA536CFCADB}" type="presParOf" srcId="{FE7B6B5A-E6FD-4014-8AF4-ADB914FCA382}" destId="{66671547-8256-4617-B09F-7A15EBD8100A}" srcOrd="0" destOrd="0" presId="urn:microsoft.com/office/officeart/2018/2/layout/IconLabelList"/>
    <dgm:cxn modelId="{0F923018-3DDE-4A0A-AB01-D78C7203F76F}" type="presParOf" srcId="{FE7B6B5A-E6FD-4014-8AF4-ADB914FCA382}" destId="{B384F16B-9F0C-4F3A-B06C-C73E1B5B8EBC}" srcOrd="1" destOrd="0" presId="urn:microsoft.com/office/officeart/2018/2/layout/IconLabelList"/>
    <dgm:cxn modelId="{246F208F-2A49-4CBC-B466-89ADB7D977E0}" type="presParOf" srcId="{FE7B6B5A-E6FD-4014-8AF4-ADB914FCA382}" destId="{44FFBB20-BF45-4F77-B47B-A04A9543B63F}" srcOrd="2" destOrd="0" presId="urn:microsoft.com/office/officeart/2018/2/layout/IconLabelList"/>
    <dgm:cxn modelId="{42812D3C-C7EE-4BB2-8DEE-6B921E080BDF}" type="presParOf" srcId="{96E229C1-090C-4CA3-BB0E-AB18A56981DD}" destId="{D7A9087F-E683-45B6-B6C2-E5FFE225EB52}" srcOrd="3" destOrd="0" presId="urn:microsoft.com/office/officeart/2018/2/layout/IconLabelList"/>
    <dgm:cxn modelId="{24A56151-8641-4A9D-8FBA-60B076A1567C}" type="presParOf" srcId="{96E229C1-090C-4CA3-BB0E-AB18A56981DD}" destId="{98AE390F-5525-4C77-9073-C54B756616CB}" srcOrd="4" destOrd="0" presId="urn:microsoft.com/office/officeart/2018/2/layout/IconLabelList"/>
    <dgm:cxn modelId="{162EF06C-601F-4C51-B20A-F35148D1D41F}" type="presParOf" srcId="{98AE390F-5525-4C77-9073-C54B756616CB}" destId="{46369271-E36F-4F14-A074-F8DCFFE451D7}" srcOrd="0" destOrd="0" presId="urn:microsoft.com/office/officeart/2018/2/layout/IconLabelList"/>
    <dgm:cxn modelId="{46BD63CE-1CF4-46E7-B018-C963C8D9BE78}" type="presParOf" srcId="{98AE390F-5525-4C77-9073-C54B756616CB}" destId="{33E472D5-293C-418A-BE0D-82D1F100652E}" srcOrd="1" destOrd="0" presId="urn:microsoft.com/office/officeart/2018/2/layout/IconLabelList"/>
    <dgm:cxn modelId="{FC6D05CF-BBCA-4D42-A370-A4C7C962DE24}" type="presParOf" srcId="{98AE390F-5525-4C77-9073-C54B756616CB}" destId="{CE11B8E9-F283-40ED-9667-FA6A70EAB6D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14254B-59B0-4AB5-8519-023753B8B9F3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F65EAD-76DA-4022-9DCF-F9CD5484C4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Unemployment Rate (UNRATE)</a:t>
          </a:r>
        </a:p>
      </dgm:t>
    </dgm:pt>
    <dgm:pt modelId="{18D9E1CC-0D67-40AC-827C-409A6081F213}" type="parTrans" cxnId="{26825BB3-A90B-4019-8D77-F0F9F573A1DC}">
      <dgm:prSet/>
      <dgm:spPr/>
      <dgm:t>
        <a:bodyPr/>
        <a:lstStyle/>
        <a:p>
          <a:endParaRPr lang="en-US"/>
        </a:p>
      </dgm:t>
    </dgm:pt>
    <dgm:pt modelId="{CB084641-7CC8-40FD-B6E4-7032EAD92EB4}" type="sibTrans" cxnId="{26825BB3-A90B-4019-8D77-F0F9F573A1DC}">
      <dgm:prSet/>
      <dgm:spPr/>
      <dgm:t>
        <a:bodyPr/>
        <a:lstStyle/>
        <a:p>
          <a:endParaRPr lang="en-US"/>
        </a:p>
      </dgm:t>
    </dgm:pt>
    <dgm:pt modelId="{CC751EEF-8B8E-41A0-9117-2266B238B7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Percentage of unemployment workforces</a:t>
          </a:r>
        </a:p>
      </dgm:t>
    </dgm:pt>
    <dgm:pt modelId="{69A454FF-275E-4149-A0A9-23CC6CC40195}" type="parTrans" cxnId="{6319E3D8-6074-4B83-A516-D3A222DFE8C8}">
      <dgm:prSet/>
      <dgm:spPr/>
      <dgm:t>
        <a:bodyPr/>
        <a:lstStyle/>
        <a:p>
          <a:endParaRPr lang="en-US"/>
        </a:p>
      </dgm:t>
    </dgm:pt>
    <dgm:pt modelId="{EF1F3E63-FD57-40AE-98CC-D8DF6E9E2220}" type="sibTrans" cxnId="{6319E3D8-6074-4B83-A516-D3A222DFE8C8}">
      <dgm:prSet/>
      <dgm:spPr/>
      <dgm:t>
        <a:bodyPr/>
        <a:lstStyle/>
        <a:p>
          <a:endParaRPr lang="en-US"/>
        </a:p>
      </dgm:t>
    </dgm:pt>
    <dgm:pt modelId="{3AB266A9-2F70-490D-BD71-ABC9A12A37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Higher unemployment usually reduces consumer spending.</a:t>
          </a:r>
          <a:endParaRPr lang="en-US"/>
        </a:p>
      </dgm:t>
    </dgm:pt>
    <dgm:pt modelId="{86DC7EF6-6D0F-48DB-9E8F-AC8249417CDA}" type="parTrans" cxnId="{5C217BDA-D104-4E4B-A82D-B776CB0CCB5D}">
      <dgm:prSet/>
      <dgm:spPr/>
      <dgm:t>
        <a:bodyPr/>
        <a:lstStyle/>
        <a:p>
          <a:endParaRPr lang="en-US"/>
        </a:p>
      </dgm:t>
    </dgm:pt>
    <dgm:pt modelId="{18CF90E3-194D-40CA-907C-E6156C09F597}" type="sibTrans" cxnId="{5C217BDA-D104-4E4B-A82D-B776CB0CCB5D}">
      <dgm:prSet/>
      <dgm:spPr/>
      <dgm:t>
        <a:bodyPr/>
        <a:lstStyle/>
        <a:p>
          <a:endParaRPr lang="en-US"/>
        </a:p>
      </dgm:t>
    </dgm:pt>
    <dgm:pt modelId="{226D457C-02C1-4400-B30E-DA716AFF8B0F}" type="pres">
      <dgm:prSet presAssocID="{6614254B-59B0-4AB5-8519-023753B8B9F3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EBE3ABC-E6DF-4707-9A27-DB78D388CACA}" type="pres">
      <dgm:prSet presAssocID="{73F65EAD-76DA-4022-9DCF-F9CD5484C49D}" presName="compNode" presStyleCnt="0"/>
      <dgm:spPr/>
    </dgm:pt>
    <dgm:pt modelId="{76926093-2DD3-4701-A66C-C63666CB6D1E}" type="pres">
      <dgm:prSet presAssocID="{73F65EAD-76DA-4022-9DCF-F9CD5484C49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132725D0-DDD4-46E8-8770-F3D287E2350A}" type="pres">
      <dgm:prSet presAssocID="{73F65EAD-76DA-4022-9DCF-F9CD5484C49D}" presName="spaceRect" presStyleCnt="0"/>
      <dgm:spPr/>
    </dgm:pt>
    <dgm:pt modelId="{4E3C72CF-BF44-4638-91A7-D4E1720503FE}" type="pres">
      <dgm:prSet presAssocID="{73F65EAD-76DA-4022-9DCF-F9CD5484C49D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C5DE80FC-12B7-4867-8C59-9140DA937B4D}" type="pres">
      <dgm:prSet presAssocID="{CB084641-7CC8-40FD-B6E4-7032EAD92EB4}" presName="sibTrans" presStyleCnt="0"/>
      <dgm:spPr/>
    </dgm:pt>
    <dgm:pt modelId="{8CC965F7-D9A8-47D9-93E3-0B1694E51EF7}" type="pres">
      <dgm:prSet presAssocID="{CC751EEF-8B8E-41A0-9117-2266B238B78E}" presName="compNode" presStyleCnt="0"/>
      <dgm:spPr/>
    </dgm:pt>
    <dgm:pt modelId="{2447981A-F0C9-4389-A47C-0BABD2F3E7F1}" type="pres">
      <dgm:prSet presAssocID="{CC751EEF-8B8E-41A0-9117-2266B238B78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14F93374-718F-4153-BEE0-27707DE929B7}" type="pres">
      <dgm:prSet presAssocID="{CC751EEF-8B8E-41A0-9117-2266B238B78E}" presName="spaceRect" presStyleCnt="0"/>
      <dgm:spPr/>
    </dgm:pt>
    <dgm:pt modelId="{F85A4DF8-9089-469A-8E01-1EA43A813E0A}" type="pres">
      <dgm:prSet presAssocID="{CC751EEF-8B8E-41A0-9117-2266B238B78E}" presName="textRect" presStyleLbl="revTx" presStyleIdx="1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BF6827DE-7377-4ABE-A3A4-46B5CA74B196}" type="pres">
      <dgm:prSet presAssocID="{EF1F3E63-FD57-40AE-98CC-D8DF6E9E2220}" presName="sibTrans" presStyleCnt="0"/>
      <dgm:spPr/>
    </dgm:pt>
    <dgm:pt modelId="{67BBF5C6-2CF7-4B17-A5F9-B2E9E6F634E6}" type="pres">
      <dgm:prSet presAssocID="{3AB266A9-2F70-490D-BD71-ABC9A12A37F9}" presName="compNode" presStyleCnt="0"/>
      <dgm:spPr/>
    </dgm:pt>
    <dgm:pt modelId="{55D0332D-AC24-4A4F-8692-DB0B82D2D7D1}" type="pres">
      <dgm:prSet presAssocID="{3AB266A9-2F70-490D-BD71-ABC9A12A37F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E2C95D9-F1D1-4216-AD0C-ECBE9B5D5789}" type="pres">
      <dgm:prSet presAssocID="{3AB266A9-2F70-490D-BD71-ABC9A12A37F9}" presName="spaceRect" presStyleCnt="0"/>
      <dgm:spPr/>
    </dgm:pt>
    <dgm:pt modelId="{DD9A0CA5-7B8F-44CB-BBCE-9687E1F86CA7}" type="pres">
      <dgm:prSet presAssocID="{3AB266A9-2F70-490D-BD71-ABC9A12A37F9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3CA783B-0CC5-404A-BA68-FED89C968FD5}" type="presOf" srcId="{73F65EAD-76DA-4022-9DCF-F9CD5484C49D}" destId="{4E3C72CF-BF44-4638-91A7-D4E1720503FE}" srcOrd="0" destOrd="0" presId="urn:microsoft.com/office/officeart/2018/2/layout/IconLabelList"/>
    <dgm:cxn modelId="{34420EBE-025B-42E5-A9B2-D9DBC06AEED7}" type="presOf" srcId="{6614254B-59B0-4AB5-8519-023753B8B9F3}" destId="{226D457C-02C1-4400-B30E-DA716AFF8B0F}" srcOrd="0" destOrd="0" presId="urn:microsoft.com/office/officeart/2018/2/layout/IconLabelList"/>
    <dgm:cxn modelId="{5C217BDA-D104-4E4B-A82D-B776CB0CCB5D}" srcId="{6614254B-59B0-4AB5-8519-023753B8B9F3}" destId="{3AB266A9-2F70-490D-BD71-ABC9A12A37F9}" srcOrd="2" destOrd="0" parTransId="{86DC7EF6-6D0F-48DB-9E8F-AC8249417CDA}" sibTransId="{18CF90E3-194D-40CA-907C-E6156C09F597}"/>
    <dgm:cxn modelId="{6319E3D8-6074-4B83-A516-D3A222DFE8C8}" srcId="{6614254B-59B0-4AB5-8519-023753B8B9F3}" destId="{CC751EEF-8B8E-41A0-9117-2266B238B78E}" srcOrd="1" destOrd="0" parTransId="{69A454FF-275E-4149-A0A9-23CC6CC40195}" sibTransId="{EF1F3E63-FD57-40AE-98CC-D8DF6E9E2220}"/>
    <dgm:cxn modelId="{865E0783-A19E-439B-8F11-A9BE02F76486}" type="presOf" srcId="{CC751EEF-8B8E-41A0-9117-2266B238B78E}" destId="{F85A4DF8-9089-469A-8E01-1EA43A813E0A}" srcOrd="0" destOrd="0" presId="urn:microsoft.com/office/officeart/2018/2/layout/IconLabelList"/>
    <dgm:cxn modelId="{DF9DBB67-1639-4984-9F83-E6C2AC9289A2}" type="presOf" srcId="{3AB266A9-2F70-490D-BD71-ABC9A12A37F9}" destId="{DD9A0CA5-7B8F-44CB-BBCE-9687E1F86CA7}" srcOrd="0" destOrd="0" presId="urn:microsoft.com/office/officeart/2018/2/layout/IconLabelList"/>
    <dgm:cxn modelId="{26825BB3-A90B-4019-8D77-F0F9F573A1DC}" srcId="{6614254B-59B0-4AB5-8519-023753B8B9F3}" destId="{73F65EAD-76DA-4022-9DCF-F9CD5484C49D}" srcOrd="0" destOrd="0" parTransId="{18D9E1CC-0D67-40AC-827C-409A6081F213}" sibTransId="{CB084641-7CC8-40FD-B6E4-7032EAD92EB4}"/>
    <dgm:cxn modelId="{B434F8AF-688A-4204-A6D1-0C127C34B845}" type="presParOf" srcId="{226D457C-02C1-4400-B30E-DA716AFF8B0F}" destId="{EEBE3ABC-E6DF-4707-9A27-DB78D388CACA}" srcOrd="0" destOrd="0" presId="urn:microsoft.com/office/officeart/2018/2/layout/IconLabelList"/>
    <dgm:cxn modelId="{8C634004-DA4B-4389-8B7B-403F3F6833FC}" type="presParOf" srcId="{EEBE3ABC-E6DF-4707-9A27-DB78D388CACA}" destId="{76926093-2DD3-4701-A66C-C63666CB6D1E}" srcOrd="0" destOrd="0" presId="urn:microsoft.com/office/officeart/2018/2/layout/IconLabelList"/>
    <dgm:cxn modelId="{444F63CD-A83D-4F9B-A096-1DE3EDDFD8A5}" type="presParOf" srcId="{EEBE3ABC-E6DF-4707-9A27-DB78D388CACA}" destId="{132725D0-DDD4-46E8-8770-F3D287E2350A}" srcOrd="1" destOrd="0" presId="urn:microsoft.com/office/officeart/2018/2/layout/IconLabelList"/>
    <dgm:cxn modelId="{06E609F8-4B35-49E9-865C-758591E8BA5F}" type="presParOf" srcId="{EEBE3ABC-E6DF-4707-9A27-DB78D388CACA}" destId="{4E3C72CF-BF44-4638-91A7-D4E1720503FE}" srcOrd="2" destOrd="0" presId="urn:microsoft.com/office/officeart/2018/2/layout/IconLabelList"/>
    <dgm:cxn modelId="{9A23C780-974E-48D8-B916-F266EB6D8BCD}" type="presParOf" srcId="{226D457C-02C1-4400-B30E-DA716AFF8B0F}" destId="{C5DE80FC-12B7-4867-8C59-9140DA937B4D}" srcOrd="1" destOrd="0" presId="urn:microsoft.com/office/officeart/2018/2/layout/IconLabelList"/>
    <dgm:cxn modelId="{5FE1940F-B337-4D73-9397-9333D6A979BB}" type="presParOf" srcId="{226D457C-02C1-4400-B30E-DA716AFF8B0F}" destId="{8CC965F7-D9A8-47D9-93E3-0B1694E51EF7}" srcOrd="2" destOrd="0" presId="urn:microsoft.com/office/officeart/2018/2/layout/IconLabelList"/>
    <dgm:cxn modelId="{9A4FC729-00CF-442B-B6F4-E694CFD601D1}" type="presParOf" srcId="{8CC965F7-D9A8-47D9-93E3-0B1694E51EF7}" destId="{2447981A-F0C9-4389-A47C-0BABD2F3E7F1}" srcOrd="0" destOrd="0" presId="urn:microsoft.com/office/officeart/2018/2/layout/IconLabelList"/>
    <dgm:cxn modelId="{CD4224B4-D01C-4859-8368-A4751371868E}" type="presParOf" srcId="{8CC965F7-D9A8-47D9-93E3-0B1694E51EF7}" destId="{14F93374-718F-4153-BEE0-27707DE929B7}" srcOrd="1" destOrd="0" presId="urn:microsoft.com/office/officeart/2018/2/layout/IconLabelList"/>
    <dgm:cxn modelId="{6D114A59-021F-44A0-9A2D-120A33EA77DB}" type="presParOf" srcId="{8CC965F7-D9A8-47D9-93E3-0B1694E51EF7}" destId="{F85A4DF8-9089-469A-8E01-1EA43A813E0A}" srcOrd="2" destOrd="0" presId="urn:microsoft.com/office/officeart/2018/2/layout/IconLabelList"/>
    <dgm:cxn modelId="{6814D47E-69C7-47D5-8245-2834D6625BCF}" type="presParOf" srcId="{226D457C-02C1-4400-B30E-DA716AFF8B0F}" destId="{BF6827DE-7377-4ABE-A3A4-46B5CA74B196}" srcOrd="3" destOrd="0" presId="urn:microsoft.com/office/officeart/2018/2/layout/IconLabelList"/>
    <dgm:cxn modelId="{FDBF56DA-5C62-4B5D-9E1F-5CA5DD07CED2}" type="presParOf" srcId="{226D457C-02C1-4400-B30E-DA716AFF8B0F}" destId="{67BBF5C6-2CF7-4B17-A5F9-B2E9E6F634E6}" srcOrd="4" destOrd="0" presId="urn:microsoft.com/office/officeart/2018/2/layout/IconLabelList"/>
    <dgm:cxn modelId="{F0AFD439-3CB3-4AB5-924F-C92CEE01DEFB}" type="presParOf" srcId="{67BBF5C6-2CF7-4B17-A5F9-B2E9E6F634E6}" destId="{55D0332D-AC24-4A4F-8692-DB0B82D2D7D1}" srcOrd="0" destOrd="0" presId="urn:microsoft.com/office/officeart/2018/2/layout/IconLabelList"/>
    <dgm:cxn modelId="{3E195785-AC8D-47D0-BEB7-CEC8D9DBD27E}" type="presParOf" srcId="{67BBF5C6-2CF7-4B17-A5F9-B2E9E6F634E6}" destId="{1E2C95D9-F1D1-4216-AD0C-ECBE9B5D5789}" srcOrd="1" destOrd="0" presId="urn:microsoft.com/office/officeart/2018/2/layout/IconLabelList"/>
    <dgm:cxn modelId="{64D57BF2-5BDA-4C35-875F-5D18418E77FE}" type="presParOf" srcId="{67BBF5C6-2CF7-4B17-A5F9-B2E9E6F634E6}" destId="{DD9A0CA5-7B8F-44CB-BBCE-9687E1F86CA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8E4E84D-700E-4438-9875-8DCB1F1DB89F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48E5B6-1C47-40C2-BAEE-6ECA222E53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Interest rate banks charge each other </a:t>
          </a:r>
        </a:p>
      </dgm:t>
    </dgm:pt>
    <dgm:pt modelId="{82998A3D-C4F7-4BB8-953C-F0BFCAA6A11B}" type="parTrans" cxnId="{0BD62EA6-95CE-407A-ACB0-0831E5D81C7D}">
      <dgm:prSet/>
      <dgm:spPr/>
      <dgm:t>
        <a:bodyPr/>
        <a:lstStyle/>
        <a:p>
          <a:endParaRPr lang="en-US"/>
        </a:p>
      </dgm:t>
    </dgm:pt>
    <dgm:pt modelId="{B0230B1C-BE64-4CEE-B4BA-A6876BC4FE75}" type="sibTrans" cxnId="{0BD62EA6-95CE-407A-ACB0-0831E5D81C7D}">
      <dgm:prSet/>
      <dgm:spPr/>
      <dgm:t>
        <a:bodyPr/>
        <a:lstStyle/>
        <a:p>
          <a:endParaRPr lang="en-US"/>
        </a:p>
      </dgm:t>
    </dgm:pt>
    <dgm:pt modelId="{58E3DD21-AC3F-4499-844B-591AB33B6D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Federal Funds Rate (FEDFUNDS)</a:t>
          </a:r>
          <a:endParaRPr lang="en-US"/>
        </a:p>
      </dgm:t>
    </dgm:pt>
    <dgm:pt modelId="{B3BB663E-92E3-4376-81A1-30EB916047C9}" type="parTrans" cxnId="{0E918E1A-6203-4A96-A0E9-9AD3AA7B1F86}">
      <dgm:prSet/>
      <dgm:spPr/>
      <dgm:t>
        <a:bodyPr/>
        <a:lstStyle/>
        <a:p>
          <a:endParaRPr lang="en-US"/>
        </a:p>
      </dgm:t>
    </dgm:pt>
    <dgm:pt modelId="{ED74D4C2-EE11-47DE-BE96-254123E98EBC}" type="sibTrans" cxnId="{0E918E1A-6203-4A96-A0E9-9AD3AA7B1F86}">
      <dgm:prSet/>
      <dgm:spPr/>
      <dgm:t>
        <a:bodyPr/>
        <a:lstStyle/>
        <a:p>
          <a:endParaRPr lang="en-US"/>
        </a:p>
      </dgm:t>
    </dgm:pt>
    <dgm:pt modelId="{984A7630-42AA-4213-B519-5D12C42E9D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Higher rates can lower borrowing/spending.</a:t>
          </a:r>
          <a:endParaRPr lang="en-US"/>
        </a:p>
      </dgm:t>
    </dgm:pt>
    <dgm:pt modelId="{175FFDE5-DB77-4E99-A3C0-2597EE3B3963}" type="parTrans" cxnId="{8E790006-C570-46AE-9797-B24414EDCA47}">
      <dgm:prSet/>
      <dgm:spPr/>
      <dgm:t>
        <a:bodyPr/>
        <a:lstStyle/>
        <a:p>
          <a:endParaRPr lang="en-US"/>
        </a:p>
      </dgm:t>
    </dgm:pt>
    <dgm:pt modelId="{A40764A7-3536-4826-B1B5-834E0B2EBBE8}" type="sibTrans" cxnId="{8E790006-C570-46AE-9797-B24414EDCA47}">
      <dgm:prSet/>
      <dgm:spPr/>
      <dgm:t>
        <a:bodyPr/>
        <a:lstStyle/>
        <a:p>
          <a:endParaRPr lang="en-US"/>
        </a:p>
      </dgm:t>
    </dgm:pt>
    <dgm:pt modelId="{19BC4F10-2791-481A-B2D4-6A1EAD158107}" type="pres">
      <dgm:prSet presAssocID="{78E4E84D-700E-4438-9875-8DCB1F1DB89F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CCB08A2-9E5B-42D4-BC8D-231D5AFCE16D}" type="pres">
      <dgm:prSet presAssocID="{1A48E5B6-1C47-40C2-BAEE-6ECA222E5301}" presName="compNode" presStyleCnt="0"/>
      <dgm:spPr/>
    </dgm:pt>
    <dgm:pt modelId="{34536FD8-227B-4982-B470-81ACFFFB33EC}" type="pres">
      <dgm:prSet presAssocID="{1A48E5B6-1C47-40C2-BAEE-6ECA222E530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DB705C98-E0E8-4055-9AD3-99E02C71CCB9}" type="pres">
      <dgm:prSet presAssocID="{1A48E5B6-1C47-40C2-BAEE-6ECA222E5301}" presName="spaceRect" presStyleCnt="0"/>
      <dgm:spPr/>
    </dgm:pt>
    <dgm:pt modelId="{332E85FA-0A65-431D-ABA0-B31C4B11B1D9}" type="pres">
      <dgm:prSet presAssocID="{1A48E5B6-1C47-40C2-BAEE-6ECA222E5301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319DDDCB-EC53-4803-9532-EE8A36239572}" type="pres">
      <dgm:prSet presAssocID="{B0230B1C-BE64-4CEE-B4BA-A6876BC4FE75}" presName="sibTrans" presStyleCnt="0"/>
      <dgm:spPr/>
    </dgm:pt>
    <dgm:pt modelId="{AFCB4362-0442-4B7B-B36F-96D4FB595872}" type="pres">
      <dgm:prSet presAssocID="{58E3DD21-AC3F-4499-844B-591AB33B6D31}" presName="compNode" presStyleCnt="0"/>
      <dgm:spPr/>
    </dgm:pt>
    <dgm:pt modelId="{E0CE56EA-84FD-437A-A93C-42A105415C55}" type="pres">
      <dgm:prSet presAssocID="{58E3DD21-AC3F-4499-844B-591AB33B6D3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1C719BC2-061E-4A02-9A6D-111D550BD653}" type="pres">
      <dgm:prSet presAssocID="{58E3DD21-AC3F-4499-844B-591AB33B6D31}" presName="spaceRect" presStyleCnt="0"/>
      <dgm:spPr/>
    </dgm:pt>
    <dgm:pt modelId="{DC87BA6B-6128-4C70-939F-BB93081A261A}" type="pres">
      <dgm:prSet presAssocID="{58E3DD21-AC3F-4499-844B-591AB33B6D31}" presName="textRect" presStyleLbl="revTx" presStyleIdx="1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7374D4B8-19F2-48D9-A7A6-68ABDA9585E0}" type="pres">
      <dgm:prSet presAssocID="{ED74D4C2-EE11-47DE-BE96-254123E98EBC}" presName="sibTrans" presStyleCnt="0"/>
      <dgm:spPr/>
    </dgm:pt>
    <dgm:pt modelId="{CF38649A-DC07-4696-B644-3062BFC2E473}" type="pres">
      <dgm:prSet presAssocID="{984A7630-42AA-4213-B519-5D12C42E9D21}" presName="compNode" presStyleCnt="0"/>
      <dgm:spPr/>
    </dgm:pt>
    <dgm:pt modelId="{49E3C204-52AF-478A-BA6C-9754796BA77F}" type="pres">
      <dgm:prSet presAssocID="{984A7630-42AA-4213-B519-5D12C42E9D2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2083449A-FB00-4285-A8A4-463EEA47FA3C}" type="pres">
      <dgm:prSet presAssocID="{984A7630-42AA-4213-B519-5D12C42E9D21}" presName="spaceRect" presStyleCnt="0"/>
      <dgm:spPr/>
    </dgm:pt>
    <dgm:pt modelId="{3A345788-C632-4988-8E07-85D0AFD9E5D6}" type="pres">
      <dgm:prSet presAssocID="{984A7630-42AA-4213-B519-5D12C42E9D21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BD62EA6-95CE-407A-ACB0-0831E5D81C7D}" srcId="{78E4E84D-700E-4438-9875-8DCB1F1DB89F}" destId="{1A48E5B6-1C47-40C2-BAEE-6ECA222E5301}" srcOrd="0" destOrd="0" parTransId="{82998A3D-C4F7-4BB8-953C-F0BFCAA6A11B}" sibTransId="{B0230B1C-BE64-4CEE-B4BA-A6876BC4FE75}"/>
    <dgm:cxn modelId="{CD0D3393-2EF5-4FDD-98D0-F4033BA74AC1}" type="presOf" srcId="{58E3DD21-AC3F-4499-844B-591AB33B6D31}" destId="{DC87BA6B-6128-4C70-939F-BB93081A261A}" srcOrd="0" destOrd="0" presId="urn:microsoft.com/office/officeart/2018/2/layout/IconLabelList"/>
    <dgm:cxn modelId="{7A6D2ACE-21E1-4CB3-A214-7613BD5B5BF8}" type="presOf" srcId="{984A7630-42AA-4213-B519-5D12C42E9D21}" destId="{3A345788-C632-4988-8E07-85D0AFD9E5D6}" srcOrd="0" destOrd="0" presId="urn:microsoft.com/office/officeart/2018/2/layout/IconLabelList"/>
    <dgm:cxn modelId="{0E918E1A-6203-4A96-A0E9-9AD3AA7B1F86}" srcId="{78E4E84D-700E-4438-9875-8DCB1F1DB89F}" destId="{58E3DD21-AC3F-4499-844B-591AB33B6D31}" srcOrd="1" destOrd="0" parTransId="{B3BB663E-92E3-4376-81A1-30EB916047C9}" sibTransId="{ED74D4C2-EE11-47DE-BE96-254123E98EBC}"/>
    <dgm:cxn modelId="{3D8FF55D-D826-4010-A07D-1D332B075EEB}" type="presOf" srcId="{1A48E5B6-1C47-40C2-BAEE-6ECA222E5301}" destId="{332E85FA-0A65-431D-ABA0-B31C4B11B1D9}" srcOrd="0" destOrd="0" presId="urn:microsoft.com/office/officeart/2018/2/layout/IconLabelList"/>
    <dgm:cxn modelId="{8E790006-C570-46AE-9797-B24414EDCA47}" srcId="{78E4E84D-700E-4438-9875-8DCB1F1DB89F}" destId="{984A7630-42AA-4213-B519-5D12C42E9D21}" srcOrd="2" destOrd="0" parTransId="{175FFDE5-DB77-4E99-A3C0-2597EE3B3963}" sibTransId="{A40764A7-3536-4826-B1B5-834E0B2EBBE8}"/>
    <dgm:cxn modelId="{836BBA64-7ED8-4B2F-A95B-C2F480175F57}" type="presOf" srcId="{78E4E84D-700E-4438-9875-8DCB1F1DB89F}" destId="{19BC4F10-2791-481A-B2D4-6A1EAD158107}" srcOrd="0" destOrd="0" presId="urn:microsoft.com/office/officeart/2018/2/layout/IconLabelList"/>
    <dgm:cxn modelId="{99E8733F-6029-420C-9D18-792D688C71E5}" type="presParOf" srcId="{19BC4F10-2791-481A-B2D4-6A1EAD158107}" destId="{5CCB08A2-9E5B-42D4-BC8D-231D5AFCE16D}" srcOrd="0" destOrd="0" presId="urn:microsoft.com/office/officeart/2018/2/layout/IconLabelList"/>
    <dgm:cxn modelId="{95848631-D9BB-4249-81A8-72F34DD8BF2E}" type="presParOf" srcId="{5CCB08A2-9E5B-42D4-BC8D-231D5AFCE16D}" destId="{34536FD8-227B-4982-B470-81ACFFFB33EC}" srcOrd="0" destOrd="0" presId="urn:microsoft.com/office/officeart/2018/2/layout/IconLabelList"/>
    <dgm:cxn modelId="{3EEEBE05-3349-45A5-98EF-F8BD5EFAF5ED}" type="presParOf" srcId="{5CCB08A2-9E5B-42D4-BC8D-231D5AFCE16D}" destId="{DB705C98-E0E8-4055-9AD3-99E02C71CCB9}" srcOrd="1" destOrd="0" presId="urn:microsoft.com/office/officeart/2018/2/layout/IconLabelList"/>
    <dgm:cxn modelId="{1E2ACA7C-537B-4F01-AF55-279EB257CC7C}" type="presParOf" srcId="{5CCB08A2-9E5B-42D4-BC8D-231D5AFCE16D}" destId="{332E85FA-0A65-431D-ABA0-B31C4B11B1D9}" srcOrd="2" destOrd="0" presId="urn:microsoft.com/office/officeart/2018/2/layout/IconLabelList"/>
    <dgm:cxn modelId="{A68F1279-3FAB-4658-81BA-1DD526159CD1}" type="presParOf" srcId="{19BC4F10-2791-481A-B2D4-6A1EAD158107}" destId="{319DDDCB-EC53-4803-9532-EE8A36239572}" srcOrd="1" destOrd="0" presId="urn:microsoft.com/office/officeart/2018/2/layout/IconLabelList"/>
    <dgm:cxn modelId="{1DE4439A-ED19-4C79-94C4-CC36A0CC86CA}" type="presParOf" srcId="{19BC4F10-2791-481A-B2D4-6A1EAD158107}" destId="{AFCB4362-0442-4B7B-B36F-96D4FB595872}" srcOrd="2" destOrd="0" presId="urn:microsoft.com/office/officeart/2018/2/layout/IconLabelList"/>
    <dgm:cxn modelId="{2D8415D3-DA79-472F-8945-B9DD9BE28E3D}" type="presParOf" srcId="{AFCB4362-0442-4B7B-B36F-96D4FB595872}" destId="{E0CE56EA-84FD-437A-A93C-42A105415C55}" srcOrd="0" destOrd="0" presId="urn:microsoft.com/office/officeart/2018/2/layout/IconLabelList"/>
    <dgm:cxn modelId="{DBB3714A-E589-4259-AD06-3E6AD98037A1}" type="presParOf" srcId="{AFCB4362-0442-4B7B-B36F-96D4FB595872}" destId="{1C719BC2-061E-4A02-9A6D-111D550BD653}" srcOrd="1" destOrd="0" presId="urn:microsoft.com/office/officeart/2018/2/layout/IconLabelList"/>
    <dgm:cxn modelId="{035D0FA7-DD76-4982-A2EB-BDE768F33F16}" type="presParOf" srcId="{AFCB4362-0442-4B7B-B36F-96D4FB595872}" destId="{DC87BA6B-6128-4C70-939F-BB93081A261A}" srcOrd="2" destOrd="0" presId="urn:microsoft.com/office/officeart/2018/2/layout/IconLabelList"/>
    <dgm:cxn modelId="{FB6AA53F-8000-405F-946B-EACE190D74D0}" type="presParOf" srcId="{19BC4F10-2791-481A-B2D4-6A1EAD158107}" destId="{7374D4B8-19F2-48D9-A7A6-68ABDA9585E0}" srcOrd="3" destOrd="0" presId="urn:microsoft.com/office/officeart/2018/2/layout/IconLabelList"/>
    <dgm:cxn modelId="{82FA8A22-708C-4652-9D27-6CFE25DFB357}" type="presParOf" srcId="{19BC4F10-2791-481A-B2D4-6A1EAD158107}" destId="{CF38649A-DC07-4696-B644-3062BFC2E473}" srcOrd="4" destOrd="0" presId="urn:microsoft.com/office/officeart/2018/2/layout/IconLabelList"/>
    <dgm:cxn modelId="{C5BEC2B8-BDBA-4B52-8DA5-8EACB45BD654}" type="presParOf" srcId="{CF38649A-DC07-4696-B644-3062BFC2E473}" destId="{49E3C204-52AF-478A-BA6C-9754796BA77F}" srcOrd="0" destOrd="0" presId="urn:microsoft.com/office/officeart/2018/2/layout/IconLabelList"/>
    <dgm:cxn modelId="{64E5C03E-36F8-4118-AB09-02B60BDC1169}" type="presParOf" srcId="{CF38649A-DC07-4696-B644-3062BFC2E473}" destId="{2083449A-FB00-4285-A8A4-463EEA47FA3C}" srcOrd="1" destOrd="0" presId="urn:microsoft.com/office/officeart/2018/2/layout/IconLabelList"/>
    <dgm:cxn modelId="{6AF0DF26-743B-4276-98C4-D2E3A5ECE7B2}" type="presParOf" srcId="{CF38649A-DC07-4696-B644-3062BFC2E473}" destId="{3A345788-C632-4988-8E07-85D0AFD9E5D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EA7FEC0-96C3-4B26-AA47-130FEE2877E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6D79862-AEC4-4666-9ABA-9F61EFD9450B}">
      <dgm:prSet/>
      <dgm:spPr/>
      <dgm:t>
        <a:bodyPr/>
        <a:lstStyle/>
        <a:p>
          <a:r>
            <a:rPr lang="en-US" b="0" i="0"/>
            <a:t>Personal Consumption Expenditures (PCE)</a:t>
          </a:r>
          <a:endParaRPr lang="en-US"/>
        </a:p>
      </dgm:t>
    </dgm:pt>
    <dgm:pt modelId="{A4AB879E-6F89-4B67-AABA-0CB008929F46}" type="parTrans" cxnId="{BD033B42-7D7A-4396-A297-706460821588}">
      <dgm:prSet/>
      <dgm:spPr/>
      <dgm:t>
        <a:bodyPr/>
        <a:lstStyle/>
        <a:p>
          <a:endParaRPr lang="en-US"/>
        </a:p>
      </dgm:t>
    </dgm:pt>
    <dgm:pt modelId="{B90ABE15-4CA7-43FD-9E4C-E75193A69AC7}" type="sibTrans" cxnId="{BD033B42-7D7A-4396-A297-706460821588}">
      <dgm:prSet/>
      <dgm:spPr/>
      <dgm:t>
        <a:bodyPr/>
        <a:lstStyle/>
        <a:p>
          <a:endParaRPr lang="en-US"/>
        </a:p>
      </dgm:t>
    </dgm:pt>
    <dgm:pt modelId="{B82EC44D-AF44-4A34-A021-6969CC50E54D}">
      <dgm:prSet/>
      <dgm:spPr/>
      <dgm:t>
        <a:bodyPr/>
        <a:lstStyle/>
        <a:p>
          <a:r>
            <a:rPr lang="en-US" b="0" i="0"/>
            <a:t>Consumer spending data</a:t>
          </a:r>
          <a:endParaRPr lang="en-US"/>
        </a:p>
      </dgm:t>
    </dgm:pt>
    <dgm:pt modelId="{25A4B432-51DA-49CB-88EE-007E1A424B77}" type="parTrans" cxnId="{5618907B-1C2D-4D7F-AABD-064F8761D10D}">
      <dgm:prSet/>
      <dgm:spPr/>
      <dgm:t>
        <a:bodyPr/>
        <a:lstStyle/>
        <a:p>
          <a:endParaRPr lang="en-US"/>
        </a:p>
      </dgm:t>
    </dgm:pt>
    <dgm:pt modelId="{C982EBE8-8D44-4459-900E-FFCAF38C6145}" type="sibTrans" cxnId="{5618907B-1C2D-4D7F-AABD-064F8761D10D}">
      <dgm:prSet/>
      <dgm:spPr/>
      <dgm:t>
        <a:bodyPr/>
        <a:lstStyle/>
        <a:p>
          <a:endParaRPr lang="en-US"/>
        </a:p>
      </dgm:t>
    </dgm:pt>
    <dgm:pt modelId="{687FDA17-7E32-45F1-881C-7754A54EAFAF}">
      <dgm:prSet/>
      <dgm:spPr/>
      <dgm:t>
        <a:bodyPr/>
        <a:lstStyle/>
        <a:p>
          <a:r>
            <a:rPr lang="en-US" b="0" i="0"/>
            <a:t>Directly related to retail trends.</a:t>
          </a:r>
          <a:endParaRPr lang="en-US"/>
        </a:p>
      </dgm:t>
    </dgm:pt>
    <dgm:pt modelId="{1D88CE79-126D-4A24-AB4D-8B5CDF2AE410}" type="parTrans" cxnId="{F3E7E350-3111-45E1-AB97-CB4CC95A5B2D}">
      <dgm:prSet/>
      <dgm:spPr/>
      <dgm:t>
        <a:bodyPr/>
        <a:lstStyle/>
        <a:p>
          <a:endParaRPr lang="en-US"/>
        </a:p>
      </dgm:t>
    </dgm:pt>
    <dgm:pt modelId="{0A84CC6C-5902-47C2-AEED-7C4562DF1734}" type="sibTrans" cxnId="{F3E7E350-3111-45E1-AB97-CB4CC95A5B2D}">
      <dgm:prSet/>
      <dgm:spPr/>
      <dgm:t>
        <a:bodyPr/>
        <a:lstStyle/>
        <a:p>
          <a:endParaRPr lang="en-US"/>
        </a:p>
      </dgm:t>
    </dgm:pt>
    <dgm:pt modelId="{69158062-44FD-40F0-9233-3071A8A1BF50}" type="pres">
      <dgm:prSet presAssocID="{2EA7FEC0-96C3-4B26-AA47-130FEE2877E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0FA6BB36-A638-41EC-B460-1BFAA47DA698}" type="pres">
      <dgm:prSet presAssocID="{06D79862-AEC4-4666-9ABA-9F61EFD9450B}" presName="hierRoot1" presStyleCnt="0"/>
      <dgm:spPr/>
    </dgm:pt>
    <dgm:pt modelId="{6D397FC3-EC92-4001-B7F3-84F013E3553D}" type="pres">
      <dgm:prSet presAssocID="{06D79862-AEC4-4666-9ABA-9F61EFD9450B}" presName="composite" presStyleCnt="0"/>
      <dgm:spPr/>
    </dgm:pt>
    <dgm:pt modelId="{DA9BC523-C879-4686-895F-6E08EA16E9D4}" type="pres">
      <dgm:prSet presAssocID="{06D79862-AEC4-4666-9ABA-9F61EFD9450B}" presName="background" presStyleLbl="node0" presStyleIdx="0" presStyleCnt="3"/>
      <dgm:spPr/>
    </dgm:pt>
    <dgm:pt modelId="{6816086E-F962-459C-8D07-87DFA3588942}" type="pres">
      <dgm:prSet presAssocID="{06D79862-AEC4-4666-9ABA-9F61EFD9450B}" presName="text" presStyleLbl="fgAcc0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5856FDD-4A55-49CB-A59C-BB453C3D0222}" type="pres">
      <dgm:prSet presAssocID="{06D79862-AEC4-4666-9ABA-9F61EFD9450B}" presName="hierChild2" presStyleCnt="0"/>
      <dgm:spPr/>
    </dgm:pt>
    <dgm:pt modelId="{C72EFF2A-F1E8-49AD-8657-A29350109C6C}" type="pres">
      <dgm:prSet presAssocID="{B82EC44D-AF44-4A34-A021-6969CC50E54D}" presName="hierRoot1" presStyleCnt="0"/>
      <dgm:spPr/>
    </dgm:pt>
    <dgm:pt modelId="{EA586DF2-FC6A-4B48-BED3-292AF5D1AC0E}" type="pres">
      <dgm:prSet presAssocID="{B82EC44D-AF44-4A34-A021-6969CC50E54D}" presName="composite" presStyleCnt="0"/>
      <dgm:spPr/>
    </dgm:pt>
    <dgm:pt modelId="{EF7EAD9E-F9EE-494E-88AF-3A4D8BBC7D7B}" type="pres">
      <dgm:prSet presAssocID="{B82EC44D-AF44-4A34-A021-6969CC50E54D}" presName="background" presStyleLbl="node0" presStyleIdx="1" presStyleCnt="3"/>
      <dgm:spPr/>
    </dgm:pt>
    <dgm:pt modelId="{FEA84212-60B6-45A7-9B09-094C8431CB85}" type="pres">
      <dgm:prSet presAssocID="{B82EC44D-AF44-4A34-A021-6969CC50E54D}" presName="text" presStyleLbl="fgAcc0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EFFA0F6-B633-4B45-8FAE-D8EC118669DD}" type="pres">
      <dgm:prSet presAssocID="{B82EC44D-AF44-4A34-A021-6969CC50E54D}" presName="hierChild2" presStyleCnt="0"/>
      <dgm:spPr/>
    </dgm:pt>
    <dgm:pt modelId="{4933A0B4-E78A-4DE6-9F1F-C41A055B2319}" type="pres">
      <dgm:prSet presAssocID="{687FDA17-7E32-45F1-881C-7754A54EAFAF}" presName="hierRoot1" presStyleCnt="0"/>
      <dgm:spPr/>
    </dgm:pt>
    <dgm:pt modelId="{56AAB18D-E1E3-434B-8AD7-E98E23873AD5}" type="pres">
      <dgm:prSet presAssocID="{687FDA17-7E32-45F1-881C-7754A54EAFAF}" presName="composite" presStyleCnt="0"/>
      <dgm:spPr/>
    </dgm:pt>
    <dgm:pt modelId="{9E28F287-D0FF-4858-A35A-49E578442496}" type="pres">
      <dgm:prSet presAssocID="{687FDA17-7E32-45F1-881C-7754A54EAFAF}" presName="background" presStyleLbl="node0" presStyleIdx="2" presStyleCnt="3"/>
      <dgm:spPr/>
    </dgm:pt>
    <dgm:pt modelId="{35027E8F-29E1-4D2B-AD03-1910B824560C}" type="pres">
      <dgm:prSet presAssocID="{687FDA17-7E32-45F1-881C-7754A54EAFAF}" presName="text" presStyleLbl="fgAcc0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1FCCCEA-79F3-4CCC-B230-E59273FF2BF8}" type="pres">
      <dgm:prSet presAssocID="{687FDA17-7E32-45F1-881C-7754A54EAFAF}" presName="hierChild2" presStyleCnt="0"/>
      <dgm:spPr/>
    </dgm:pt>
  </dgm:ptLst>
  <dgm:cxnLst>
    <dgm:cxn modelId="{84D3B8CB-5C04-4F90-9F64-ED62686C5AA6}" type="presOf" srcId="{687FDA17-7E32-45F1-881C-7754A54EAFAF}" destId="{35027E8F-29E1-4D2B-AD03-1910B824560C}" srcOrd="0" destOrd="0" presId="urn:microsoft.com/office/officeart/2005/8/layout/hierarchy1"/>
    <dgm:cxn modelId="{CA31AE6A-3D5D-4EDB-A161-D5765CC06FBD}" type="presOf" srcId="{B82EC44D-AF44-4A34-A021-6969CC50E54D}" destId="{FEA84212-60B6-45A7-9B09-094C8431CB85}" srcOrd="0" destOrd="0" presId="urn:microsoft.com/office/officeart/2005/8/layout/hierarchy1"/>
    <dgm:cxn modelId="{5618907B-1C2D-4D7F-AABD-064F8761D10D}" srcId="{2EA7FEC0-96C3-4B26-AA47-130FEE2877ED}" destId="{B82EC44D-AF44-4A34-A021-6969CC50E54D}" srcOrd="1" destOrd="0" parTransId="{25A4B432-51DA-49CB-88EE-007E1A424B77}" sibTransId="{C982EBE8-8D44-4459-900E-FFCAF38C6145}"/>
    <dgm:cxn modelId="{471F29F4-3362-43FE-83DD-BBC761DE6E2B}" type="presOf" srcId="{2EA7FEC0-96C3-4B26-AA47-130FEE2877ED}" destId="{69158062-44FD-40F0-9233-3071A8A1BF50}" srcOrd="0" destOrd="0" presId="urn:microsoft.com/office/officeart/2005/8/layout/hierarchy1"/>
    <dgm:cxn modelId="{F3E7E350-3111-45E1-AB97-CB4CC95A5B2D}" srcId="{2EA7FEC0-96C3-4B26-AA47-130FEE2877ED}" destId="{687FDA17-7E32-45F1-881C-7754A54EAFAF}" srcOrd="2" destOrd="0" parTransId="{1D88CE79-126D-4A24-AB4D-8B5CDF2AE410}" sibTransId="{0A84CC6C-5902-47C2-AEED-7C4562DF1734}"/>
    <dgm:cxn modelId="{B0A65425-0090-4CBB-ADCA-181E8C81E3B2}" type="presOf" srcId="{06D79862-AEC4-4666-9ABA-9F61EFD9450B}" destId="{6816086E-F962-459C-8D07-87DFA3588942}" srcOrd="0" destOrd="0" presId="urn:microsoft.com/office/officeart/2005/8/layout/hierarchy1"/>
    <dgm:cxn modelId="{BD033B42-7D7A-4396-A297-706460821588}" srcId="{2EA7FEC0-96C3-4B26-AA47-130FEE2877ED}" destId="{06D79862-AEC4-4666-9ABA-9F61EFD9450B}" srcOrd="0" destOrd="0" parTransId="{A4AB879E-6F89-4B67-AABA-0CB008929F46}" sibTransId="{B90ABE15-4CA7-43FD-9E4C-E75193A69AC7}"/>
    <dgm:cxn modelId="{606D340C-882D-4666-A494-0F529758E5EB}" type="presParOf" srcId="{69158062-44FD-40F0-9233-3071A8A1BF50}" destId="{0FA6BB36-A638-41EC-B460-1BFAA47DA698}" srcOrd="0" destOrd="0" presId="urn:microsoft.com/office/officeart/2005/8/layout/hierarchy1"/>
    <dgm:cxn modelId="{8A812A85-E39F-4456-8112-72AD0917B4F4}" type="presParOf" srcId="{0FA6BB36-A638-41EC-B460-1BFAA47DA698}" destId="{6D397FC3-EC92-4001-B7F3-84F013E3553D}" srcOrd="0" destOrd="0" presId="urn:microsoft.com/office/officeart/2005/8/layout/hierarchy1"/>
    <dgm:cxn modelId="{BEEFB6B6-756C-4ECE-A6A9-B6AE6FE83FD3}" type="presParOf" srcId="{6D397FC3-EC92-4001-B7F3-84F013E3553D}" destId="{DA9BC523-C879-4686-895F-6E08EA16E9D4}" srcOrd="0" destOrd="0" presId="urn:microsoft.com/office/officeart/2005/8/layout/hierarchy1"/>
    <dgm:cxn modelId="{0656CF27-C767-461E-BAB7-DFC2F5C34B64}" type="presParOf" srcId="{6D397FC3-EC92-4001-B7F3-84F013E3553D}" destId="{6816086E-F962-459C-8D07-87DFA3588942}" srcOrd="1" destOrd="0" presId="urn:microsoft.com/office/officeart/2005/8/layout/hierarchy1"/>
    <dgm:cxn modelId="{8D984FD5-F74A-4318-A75E-C9A79FD32E1D}" type="presParOf" srcId="{0FA6BB36-A638-41EC-B460-1BFAA47DA698}" destId="{F5856FDD-4A55-49CB-A59C-BB453C3D0222}" srcOrd="1" destOrd="0" presId="urn:microsoft.com/office/officeart/2005/8/layout/hierarchy1"/>
    <dgm:cxn modelId="{0D1E59BC-E4C5-42E7-915D-22E7B9205FD9}" type="presParOf" srcId="{69158062-44FD-40F0-9233-3071A8A1BF50}" destId="{C72EFF2A-F1E8-49AD-8657-A29350109C6C}" srcOrd="1" destOrd="0" presId="urn:microsoft.com/office/officeart/2005/8/layout/hierarchy1"/>
    <dgm:cxn modelId="{28EBEE66-8E76-499B-A68C-323A4616B0EA}" type="presParOf" srcId="{C72EFF2A-F1E8-49AD-8657-A29350109C6C}" destId="{EA586DF2-FC6A-4B48-BED3-292AF5D1AC0E}" srcOrd="0" destOrd="0" presId="urn:microsoft.com/office/officeart/2005/8/layout/hierarchy1"/>
    <dgm:cxn modelId="{E46A5274-50DA-4AA2-B117-ECCB353FACD8}" type="presParOf" srcId="{EA586DF2-FC6A-4B48-BED3-292AF5D1AC0E}" destId="{EF7EAD9E-F9EE-494E-88AF-3A4D8BBC7D7B}" srcOrd="0" destOrd="0" presId="urn:microsoft.com/office/officeart/2005/8/layout/hierarchy1"/>
    <dgm:cxn modelId="{903663D6-16EB-4219-8EBE-C13C335925D0}" type="presParOf" srcId="{EA586DF2-FC6A-4B48-BED3-292AF5D1AC0E}" destId="{FEA84212-60B6-45A7-9B09-094C8431CB85}" srcOrd="1" destOrd="0" presId="urn:microsoft.com/office/officeart/2005/8/layout/hierarchy1"/>
    <dgm:cxn modelId="{3FA32484-7C72-49C2-824F-E7286AF8E5CE}" type="presParOf" srcId="{C72EFF2A-F1E8-49AD-8657-A29350109C6C}" destId="{1EFFA0F6-B633-4B45-8FAE-D8EC118669DD}" srcOrd="1" destOrd="0" presId="urn:microsoft.com/office/officeart/2005/8/layout/hierarchy1"/>
    <dgm:cxn modelId="{8D2139E2-E7E4-4182-BE85-98FE019E2AD0}" type="presParOf" srcId="{69158062-44FD-40F0-9233-3071A8A1BF50}" destId="{4933A0B4-E78A-4DE6-9F1F-C41A055B2319}" srcOrd="2" destOrd="0" presId="urn:microsoft.com/office/officeart/2005/8/layout/hierarchy1"/>
    <dgm:cxn modelId="{5548DF57-1E41-4276-B87C-AF5AFEA66620}" type="presParOf" srcId="{4933A0B4-E78A-4DE6-9F1F-C41A055B2319}" destId="{56AAB18D-E1E3-434B-8AD7-E98E23873AD5}" srcOrd="0" destOrd="0" presId="urn:microsoft.com/office/officeart/2005/8/layout/hierarchy1"/>
    <dgm:cxn modelId="{0A6DC34A-F3FF-454D-AD05-6391440E8655}" type="presParOf" srcId="{56AAB18D-E1E3-434B-8AD7-E98E23873AD5}" destId="{9E28F287-D0FF-4858-A35A-49E578442496}" srcOrd="0" destOrd="0" presId="urn:microsoft.com/office/officeart/2005/8/layout/hierarchy1"/>
    <dgm:cxn modelId="{DDD515CA-283E-486A-AECF-CB6B13D0D469}" type="presParOf" srcId="{56AAB18D-E1E3-434B-8AD7-E98E23873AD5}" destId="{35027E8F-29E1-4D2B-AD03-1910B824560C}" srcOrd="1" destOrd="0" presId="urn:microsoft.com/office/officeart/2005/8/layout/hierarchy1"/>
    <dgm:cxn modelId="{DEE68E21-3921-4803-9349-323AD93F6A0D}" type="presParOf" srcId="{4933A0B4-E78A-4DE6-9F1F-C41A055B2319}" destId="{B1FCCCEA-79F3-4CCC-B230-E59273FF2BF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466032D-D8B5-43EA-B42E-C19DB850CE7E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807A44-121D-4D14-A414-B5D3650A04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(DSPIC96) Income after taxes, (adjusted for inflation)</a:t>
          </a:r>
          <a:endParaRPr lang="en-US"/>
        </a:p>
      </dgm:t>
    </dgm:pt>
    <dgm:pt modelId="{29D582FF-34EE-4713-AC7C-6E90E0C87442}" type="parTrans" cxnId="{250B7DD0-ED8A-42AE-A023-FA5A3ADA7D20}">
      <dgm:prSet/>
      <dgm:spPr/>
      <dgm:t>
        <a:bodyPr/>
        <a:lstStyle/>
        <a:p>
          <a:endParaRPr lang="en-US"/>
        </a:p>
      </dgm:t>
    </dgm:pt>
    <dgm:pt modelId="{30B061F0-E59B-4502-A696-C1EB20B4F490}" type="sibTrans" cxnId="{250B7DD0-ED8A-42AE-A023-FA5A3ADA7D20}">
      <dgm:prSet/>
      <dgm:spPr/>
      <dgm:t>
        <a:bodyPr/>
        <a:lstStyle/>
        <a:p>
          <a:endParaRPr lang="en-US"/>
        </a:p>
      </dgm:t>
    </dgm:pt>
    <dgm:pt modelId="{2BF8C5ED-04D1-4CD5-BF6C-2863B4271B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More disposable income generally means more spending.</a:t>
          </a:r>
          <a:endParaRPr lang="en-US"/>
        </a:p>
      </dgm:t>
    </dgm:pt>
    <dgm:pt modelId="{0950397E-45A9-433B-B470-58641C8E33E6}" type="parTrans" cxnId="{5B804E5C-A4E7-4163-A57E-39F3368662B8}">
      <dgm:prSet/>
      <dgm:spPr/>
      <dgm:t>
        <a:bodyPr/>
        <a:lstStyle/>
        <a:p>
          <a:endParaRPr lang="en-US"/>
        </a:p>
      </dgm:t>
    </dgm:pt>
    <dgm:pt modelId="{88D685A5-4C0D-4468-9BB7-02CABE5E849A}" type="sibTrans" cxnId="{5B804E5C-A4E7-4163-A57E-39F3368662B8}">
      <dgm:prSet/>
      <dgm:spPr/>
      <dgm:t>
        <a:bodyPr/>
        <a:lstStyle/>
        <a:p>
          <a:endParaRPr lang="en-US"/>
        </a:p>
      </dgm:t>
    </dgm:pt>
    <dgm:pt modelId="{4828315D-1DE8-4DE1-80DC-25A908F70CFA}" type="pres">
      <dgm:prSet presAssocID="{E466032D-D8B5-43EA-B42E-C19DB850CE7E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38AF0C5-FCFE-4E2C-8C07-88741872C828}" type="pres">
      <dgm:prSet presAssocID="{D9807A44-121D-4D14-A414-B5D3650A0493}" presName="compNode" presStyleCnt="0"/>
      <dgm:spPr/>
    </dgm:pt>
    <dgm:pt modelId="{90C24A22-898A-468A-8CEC-C8EC82D3763D}" type="pres">
      <dgm:prSet presAssocID="{D9807A44-121D-4D14-A414-B5D3650A049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16503BCA-A722-4BF1-8B04-3EA966A36DF3}" type="pres">
      <dgm:prSet presAssocID="{D9807A44-121D-4D14-A414-B5D3650A0493}" presName="spaceRect" presStyleCnt="0"/>
      <dgm:spPr/>
    </dgm:pt>
    <dgm:pt modelId="{D2FE3658-1BBF-4165-841B-101CD6798E57}" type="pres">
      <dgm:prSet presAssocID="{D9807A44-121D-4D14-A414-B5D3650A0493}" presName="textRect" presStyleLbl="revTx" presStyleIdx="0" presStyleCnt="2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B83FA729-F281-4DBC-85DD-433CF29C4E8C}" type="pres">
      <dgm:prSet presAssocID="{30B061F0-E59B-4502-A696-C1EB20B4F490}" presName="sibTrans" presStyleCnt="0"/>
      <dgm:spPr/>
    </dgm:pt>
    <dgm:pt modelId="{474C8618-3DBD-4EE2-A46C-C3ADE807C693}" type="pres">
      <dgm:prSet presAssocID="{2BF8C5ED-04D1-4CD5-BF6C-2863B4271BCE}" presName="compNode" presStyleCnt="0"/>
      <dgm:spPr/>
    </dgm:pt>
    <dgm:pt modelId="{13206349-4092-4213-AF89-4CE62205DD9D}" type="pres">
      <dgm:prSet presAssocID="{2BF8C5ED-04D1-4CD5-BF6C-2863B4271BC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E01CCC62-F77E-4C20-BF69-4F1CE88405A9}" type="pres">
      <dgm:prSet presAssocID="{2BF8C5ED-04D1-4CD5-BF6C-2863B4271BCE}" presName="spaceRect" presStyleCnt="0"/>
      <dgm:spPr/>
    </dgm:pt>
    <dgm:pt modelId="{56332EE5-F22E-4FE1-995B-34A31A91433F}" type="pres">
      <dgm:prSet presAssocID="{2BF8C5ED-04D1-4CD5-BF6C-2863B4271BCE}" presName="textRect" presStyleLbl="revTx" presStyleIdx="1" presStyleCnt="2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EF956BF-59FB-41F0-8A25-9E38250D31FC}" type="presOf" srcId="{2BF8C5ED-04D1-4CD5-BF6C-2863B4271BCE}" destId="{56332EE5-F22E-4FE1-995B-34A31A91433F}" srcOrd="0" destOrd="0" presId="urn:microsoft.com/office/officeart/2018/2/layout/IconLabelList"/>
    <dgm:cxn modelId="{95396FFF-D54D-4222-8224-5F9292103D66}" type="presOf" srcId="{D9807A44-121D-4D14-A414-B5D3650A0493}" destId="{D2FE3658-1BBF-4165-841B-101CD6798E57}" srcOrd="0" destOrd="0" presId="urn:microsoft.com/office/officeart/2018/2/layout/IconLabelList"/>
    <dgm:cxn modelId="{250B7DD0-ED8A-42AE-A023-FA5A3ADA7D20}" srcId="{E466032D-D8B5-43EA-B42E-C19DB850CE7E}" destId="{D9807A44-121D-4D14-A414-B5D3650A0493}" srcOrd="0" destOrd="0" parTransId="{29D582FF-34EE-4713-AC7C-6E90E0C87442}" sibTransId="{30B061F0-E59B-4502-A696-C1EB20B4F490}"/>
    <dgm:cxn modelId="{DC319AF2-F407-4E0C-9808-C240D6E45C84}" type="presOf" srcId="{E466032D-D8B5-43EA-B42E-C19DB850CE7E}" destId="{4828315D-1DE8-4DE1-80DC-25A908F70CFA}" srcOrd="0" destOrd="0" presId="urn:microsoft.com/office/officeart/2018/2/layout/IconLabelList"/>
    <dgm:cxn modelId="{5B804E5C-A4E7-4163-A57E-39F3368662B8}" srcId="{E466032D-D8B5-43EA-B42E-C19DB850CE7E}" destId="{2BF8C5ED-04D1-4CD5-BF6C-2863B4271BCE}" srcOrd="1" destOrd="0" parTransId="{0950397E-45A9-433B-B470-58641C8E33E6}" sibTransId="{88D685A5-4C0D-4468-9BB7-02CABE5E849A}"/>
    <dgm:cxn modelId="{784C43B6-814F-44F9-A850-B16018DDD98C}" type="presParOf" srcId="{4828315D-1DE8-4DE1-80DC-25A908F70CFA}" destId="{238AF0C5-FCFE-4E2C-8C07-88741872C828}" srcOrd="0" destOrd="0" presId="urn:microsoft.com/office/officeart/2018/2/layout/IconLabelList"/>
    <dgm:cxn modelId="{CC156962-61B9-4130-87D5-45D7FB0B8DED}" type="presParOf" srcId="{238AF0C5-FCFE-4E2C-8C07-88741872C828}" destId="{90C24A22-898A-468A-8CEC-C8EC82D3763D}" srcOrd="0" destOrd="0" presId="urn:microsoft.com/office/officeart/2018/2/layout/IconLabelList"/>
    <dgm:cxn modelId="{4F5519EF-8727-4255-BCA2-20570FA0850B}" type="presParOf" srcId="{238AF0C5-FCFE-4E2C-8C07-88741872C828}" destId="{16503BCA-A722-4BF1-8B04-3EA966A36DF3}" srcOrd="1" destOrd="0" presId="urn:microsoft.com/office/officeart/2018/2/layout/IconLabelList"/>
    <dgm:cxn modelId="{7008A3BA-0FC7-468B-B63F-8BDB01654883}" type="presParOf" srcId="{238AF0C5-FCFE-4E2C-8C07-88741872C828}" destId="{D2FE3658-1BBF-4165-841B-101CD6798E57}" srcOrd="2" destOrd="0" presId="urn:microsoft.com/office/officeart/2018/2/layout/IconLabelList"/>
    <dgm:cxn modelId="{9C94C369-8D23-4D7F-81C1-7008CB70BD4D}" type="presParOf" srcId="{4828315D-1DE8-4DE1-80DC-25A908F70CFA}" destId="{B83FA729-F281-4DBC-85DD-433CF29C4E8C}" srcOrd="1" destOrd="0" presId="urn:microsoft.com/office/officeart/2018/2/layout/IconLabelList"/>
    <dgm:cxn modelId="{13DEC389-E62E-4DD1-BC1C-3815972DE0F2}" type="presParOf" srcId="{4828315D-1DE8-4DE1-80DC-25A908F70CFA}" destId="{474C8618-3DBD-4EE2-A46C-C3ADE807C693}" srcOrd="2" destOrd="0" presId="urn:microsoft.com/office/officeart/2018/2/layout/IconLabelList"/>
    <dgm:cxn modelId="{7AAC0518-1ED5-4EF3-9609-583A33224BC0}" type="presParOf" srcId="{474C8618-3DBD-4EE2-A46C-C3ADE807C693}" destId="{13206349-4092-4213-AF89-4CE62205DD9D}" srcOrd="0" destOrd="0" presId="urn:microsoft.com/office/officeart/2018/2/layout/IconLabelList"/>
    <dgm:cxn modelId="{B8C980B8-53FE-482A-B77A-BD420B9F173A}" type="presParOf" srcId="{474C8618-3DBD-4EE2-A46C-C3ADE807C693}" destId="{E01CCC62-F77E-4C20-BF69-4F1CE88405A9}" srcOrd="1" destOrd="0" presId="urn:microsoft.com/office/officeart/2018/2/layout/IconLabelList"/>
    <dgm:cxn modelId="{38202CA4-E65B-4809-A244-335AA1F99171}" type="presParOf" srcId="{474C8618-3DBD-4EE2-A46C-C3ADE807C693}" destId="{56332EE5-F22E-4FE1-995B-34A31A91433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51D5D4A-AE14-44EE-834E-D4A997492050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A8A8E8-5AA4-4CE1-803E-ACA5DAF07C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Lag sales features </a:t>
          </a:r>
        </a:p>
      </dgm:t>
    </dgm:pt>
    <dgm:pt modelId="{F42C1A4B-DFD8-43F8-A735-CD3CB36348AD}" type="parTrans" cxnId="{BCD549F6-D0C5-4BA9-8D57-E55EA9F86FB8}">
      <dgm:prSet/>
      <dgm:spPr/>
      <dgm:t>
        <a:bodyPr/>
        <a:lstStyle/>
        <a:p>
          <a:endParaRPr lang="en-US"/>
        </a:p>
      </dgm:t>
    </dgm:pt>
    <dgm:pt modelId="{C95F76A5-47C0-4BF1-9AB9-E78EE26A9146}" type="sibTrans" cxnId="{BCD549F6-D0C5-4BA9-8D57-E55EA9F86FB8}">
      <dgm:prSet/>
      <dgm:spPr/>
      <dgm:t>
        <a:bodyPr/>
        <a:lstStyle/>
        <a:p>
          <a:endParaRPr lang="en-US"/>
        </a:p>
      </dgm:t>
    </dgm:pt>
    <dgm:pt modelId="{E01A192C-448E-4AC3-AFD0-04E236E587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Retail sales from previous time steps</a:t>
          </a:r>
        </a:p>
      </dgm:t>
    </dgm:pt>
    <dgm:pt modelId="{30C12A1F-00BF-4C55-834F-854D2AE44597}" type="parTrans" cxnId="{4C06D1D4-1581-43A4-AF57-EC8DCEF9EDB8}">
      <dgm:prSet/>
      <dgm:spPr/>
      <dgm:t>
        <a:bodyPr/>
        <a:lstStyle/>
        <a:p>
          <a:endParaRPr lang="en-US"/>
        </a:p>
      </dgm:t>
    </dgm:pt>
    <dgm:pt modelId="{ADDC0065-4710-450D-81E2-3F64814B0CA5}" type="sibTrans" cxnId="{4C06D1D4-1581-43A4-AF57-EC8DCEF9EDB8}">
      <dgm:prSet/>
      <dgm:spPr/>
      <dgm:t>
        <a:bodyPr/>
        <a:lstStyle/>
        <a:p>
          <a:endParaRPr lang="en-US"/>
        </a:p>
      </dgm:t>
    </dgm:pt>
    <dgm:pt modelId="{44873AEB-176A-46BB-B445-F3C1D297BF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Captures short-term momentum or autocorrelation</a:t>
          </a:r>
          <a:r>
            <a:rPr lang="en-US"/>
            <a:t> </a:t>
          </a:r>
        </a:p>
      </dgm:t>
    </dgm:pt>
    <dgm:pt modelId="{94EB4A09-E62F-4C39-9F4A-B26B4296C1CF}" type="parTrans" cxnId="{E3159F44-5E25-48BF-89EC-904B1D3DCC9E}">
      <dgm:prSet/>
      <dgm:spPr/>
      <dgm:t>
        <a:bodyPr/>
        <a:lstStyle/>
        <a:p>
          <a:endParaRPr lang="en-US"/>
        </a:p>
      </dgm:t>
    </dgm:pt>
    <dgm:pt modelId="{C738A06C-8282-4C39-9AD7-9BD2E4C68BD6}" type="sibTrans" cxnId="{E3159F44-5E25-48BF-89EC-904B1D3DCC9E}">
      <dgm:prSet/>
      <dgm:spPr/>
      <dgm:t>
        <a:bodyPr/>
        <a:lstStyle/>
        <a:p>
          <a:endParaRPr lang="en-US"/>
        </a:p>
      </dgm:t>
    </dgm:pt>
    <dgm:pt modelId="{13D51571-2BD4-4FF5-8C0F-E81B248DFBF6}" type="pres">
      <dgm:prSet presAssocID="{A51D5D4A-AE14-44EE-834E-D4A997492050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C274050-4D13-400B-AC19-D7FF625FA1B2}" type="pres">
      <dgm:prSet presAssocID="{9AA8A8E8-5AA4-4CE1-803E-ACA5DAF07CE5}" presName="compNode" presStyleCnt="0"/>
      <dgm:spPr/>
    </dgm:pt>
    <dgm:pt modelId="{AB40267E-73AC-4D3F-A337-ADF0798A6D41}" type="pres">
      <dgm:prSet presAssocID="{9AA8A8E8-5AA4-4CE1-803E-ACA5DAF07CE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23EDFF3-5687-4378-9AC4-E8AE6E0AF2E6}" type="pres">
      <dgm:prSet presAssocID="{9AA8A8E8-5AA4-4CE1-803E-ACA5DAF07CE5}" presName="spaceRect" presStyleCnt="0"/>
      <dgm:spPr/>
    </dgm:pt>
    <dgm:pt modelId="{1A346BBF-7A77-4035-8816-84553BB03653}" type="pres">
      <dgm:prSet presAssocID="{9AA8A8E8-5AA4-4CE1-803E-ACA5DAF07CE5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D95B0AF7-CB03-436F-94A2-C4E0C34498A0}" type="pres">
      <dgm:prSet presAssocID="{C95F76A5-47C0-4BF1-9AB9-E78EE26A9146}" presName="sibTrans" presStyleCnt="0"/>
      <dgm:spPr/>
    </dgm:pt>
    <dgm:pt modelId="{9164BFD9-5DFE-4DFB-8B0F-4F06A6134BFC}" type="pres">
      <dgm:prSet presAssocID="{E01A192C-448E-4AC3-AFD0-04E236E58792}" presName="compNode" presStyleCnt="0"/>
      <dgm:spPr/>
    </dgm:pt>
    <dgm:pt modelId="{0D59E951-5FD0-4461-B172-60AF7D4AD3AA}" type="pres">
      <dgm:prSet presAssocID="{E01A192C-448E-4AC3-AFD0-04E236E5879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7D25E10C-396A-46BC-B41C-627006395C7D}" type="pres">
      <dgm:prSet presAssocID="{E01A192C-448E-4AC3-AFD0-04E236E58792}" presName="spaceRect" presStyleCnt="0"/>
      <dgm:spPr/>
    </dgm:pt>
    <dgm:pt modelId="{61E4668A-2A46-4210-9F66-390FE84C5B08}" type="pres">
      <dgm:prSet presAssocID="{E01A192C-448E-4AC3-AFD0-04E236E58792}" presName="textRect" presStyleLbl="revTx" presStyleIdx="1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47EB442B-A913-4476-9ADE-9521C0C942D2}" type="pres">
      <dgm:prSet presAssocID="{ADDC0065-4710-450D-81E2-3F64814B0CA5}" presName="sibTrans" presStyleCnt="0"/>
      <dgm:spPr/>
    </dgm:pt>
    <dgm:pt modelId="{EF24EC4F-7A20-41F2-A6F2-34D748C39729}" type="pres">
      <dgm:prSet presAssocID="{44873AEB-176A-46BB-B445-F3C1D297BFBE}" presName="compNode" presStyleCnt="0"/>
      <dgm:spPr/>
    </dgm:pt>
    <dgm:pt modelId="{E2C2904E-BC37-4739-A8F6-A5DAB3E9B8AE}" type="pres">
      <dgm:prSet presAssocID="{44873AEB-176A-46BB-B445-F3C1D297BFB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ignal"/>
        </a:ext>
      </dgm:extLst>
    </dgm:pt>
    <dgm:pt modelId="{40C9FF5D-C156-4B8B-A247-1EA1E8A5566A}" type="pres">
      <dgm:prSet presAssocID="{44873AEB-176A-46BB-B445-F3C1D297BFBE}" presName="spaceRect" presStyleCnt="0"/>
      <dgm:spPr/>
    </dgm:pt>
    <dgm:pt modelId="{13ED6805-A7C3-4E02-BE83-9DD6D667F787}" type="pres">
      <dgm:prSet presAssocID="{44873AEB-176A-46BB-B445-F3C1D297BFBE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74C3C4B-5A99-43B3-9F13-2E6C55D7E3EF}" type="presOf" srcId="{9AA8A8E8-5AA4-4CE1-803E-ACA5DAF07CE5}" destId="{1A346BBF-7A77-4035-8816-84553BB03653}" srcOrd="0" destOrd="0" presId="urn:microsoft.com/office/officeart/2018/2/layout/IconLabelList"/>
    <dgm:cxn modelId="{BCD549F6-D0C5-4BA9-8D57-E55EA9F86FB8}" srcId="{A51D5D4A-AE14-44EE-834E-D4A997492050}" destId="{9AA8A8E8-5AA4-4CE1-803E-ACA5DAF07CE5}" srcOrd="0" destOrd="0" parTransId="{F42C1A4B-DFD8-43F8-A735-CD3CB36348AD}" sibTransId="{C95F76A5-47C0-4BF1-9AB9-E78EE26A9146}"/>
    <dgm:cxn modelId="{9A53453D-1AFE-4C07-9BC1-0F0309CBC528}" type="presOf" srcId="{E01A192C-448E-4AC3-AFD0-04E236E58792}" destId="{61E4668A-2A46-4210-9F66-390FE84C5B08}" srcOrd="0" destOrd="0" presId="urn:microsoft.com/office/officeart/2018/2/layout/IconLabelList"/>
    <dgm:cxn modelId="{2FDB472F-D56E-4B5C-8DEA-06A9867C6E45}" type="presOf" srcId="{44873AEB-176A-46BB-B445-F3C1D297BFBE}" destId="{13ED6805-A7C3-4E02-BE83-9DD6D667F787}" srcOrd="0" destOrd="0" presId="urn:microsoft.com/office/officeart/2018/2/layout/IconLabelList"/>
    <dgm:cxn modelId="{48679E1E-1868-4FEF-9E3E-368BB1FBDDA3}" type="presOf" srcId="{A51D5D4A-AE14-44EE-834E-D4A997492050}" destId="{13D51571-2BD4-4FF5-8C0F-E81B248DFBF6}" srcOrd="0" destOrd="0" presId="urn:microsoft.com/office/officeart/2018/2/layout/IconLabelList"/>
    <dgm:cxn modelId="{4C06D1D4-1581-43A4-AF57-EC8DCEF9EDB8}" srcId="{A51D5D4A-AE14-44EE-834E-D4A997492050}" destId="{E01A192C-448E-4AC3-AFD0-04E236E58792}" srcOrd="1" destOrd="0" parTransId="{30C12A1F-00BF-4C55-834F-854D2AE44597}" sibTransId="{ADDC0065-4710-450D-81E2-3F64814B0CA5}"/>
    <dgm:cxn modelId="{E3159F44-5E25-48BF-89EC-904B1D3DCC9E}" srcId="{A51D5D4A-AE14-44EE-834E-D4A997492050}" destId="{44873AEB-176A-46BB-B445-F3C1D297BFBE}" srcOrd="2" destOrd="0" parTransId="{94EB4A09-E62F-4C39-9F4A-B26B4296C1CF}" sibTransId="{C738A06C-8282-4C39-9AD7-9BD2E4C68BD6}"/>
    <dgm:cxn modelId="{666A6734-4892-411B-8A45-6D78DE8B0D99}" type="presParOf" srcId="{13D51571-2BD4-4FF5-8C0F-E81B248DFBF6}" destId="{4C274050-4D13-400B-AC19-D7FF625FA1B2}" srcOrd="0" destOrd="0" presId="urn:microsoft.com/office/officeart/2018/2/layout/IconLabelList"/>
    <dgm:cxn modelId="{E9CD4E8A-61AC-49FC-A8C9-AE86E3615576}" type="presParOf" srcId="{4C274050-4D13-400B-AC19-D7FF625FA1B2}" destId="{AB40267E-73AC-4D3F-A337-ADF0798A6D41}" srcOrd="0" destOrd="0" presId="urn:microsoft.com/office/officeart/2018/2/layout/IconLabelList"/>
    <dgm:cxn modelId="{B0E6B48A-7606-476B-BC74-BA92C8DEEEFC}" type="presParOf" srcId="{4C274050-4D13-400B-AC19-D7FF625FA1B2}" destId="{D23EDFF3-5687-4378-9AC4-E8AE6E0AF2E6}" srcOrd="1" destOrd="0" presId="urn:microsoft.com/office/officeart/2018/2/layout/IconLabelList"/>
    <dgm:cxn modelId="{74EB5C19-C184-4969-AD57-CFA8175DF379}" type="presParOf" srcId="{4C274050-4D13-400B-AC19-D7FF625FA1B2}" destId="{1A346BBF-7A77-4035-8816-84553BB03653}" srcOrd="2" destOrd="0" presId="urn:microsoft.com/office/officeart/2018/2/layout/IconLabelList"/>
    <dgm:cxn modelId="{DBFA021F-EB9E-42C5-A3CF-4766E85820C1}" type="presParOf" srcId="{13D51571-2BD4-4FF5-8C0F-E81B248DFBF6}" destId="{D95B0AF7-CB03-436F-94A2-C4E0C34498A0}" srcOrd="1" destOrd="0" presId="urn:microsoft.com/office/officeart/2018/2/layout/IconLabelList"/>
    <dgm:cxn modelId="{DB0CF800-3F66-48C1-A25B-71D618803D08}" type="presParOf" srcId="{13D51571-2BD4-4FF5-8C0F-E81B248DFBF6}" destId="{9164BFD9-5DFE-4DFB-8B0F-4F06A6134BFC}" srcOrd="2" destOrd="0" presId="urn:microsoft.com/office/officeart/2018/2/layout/IconLabelList"/>
    <dgm:cxn modelId="{7A04B571-E6F9-4796-8D56-E86AB7551C7C}" type="presParOf" srcId="{9164BFD9-5DFE-4DFB-8B0F-4F06A6134BFC}" destId="{0D59E951-5FD0-4461-B172-60AF7D4AD3AA}" srcOrd="0" destOrd="0" presId="urn:microsoft.com/office/officeart/2018/2/layout/IconLabelList"/>
    <dgm:cxn modelId="{C401FBF8-3E70-49E2-8326-3FFA2678D2B8}" type="presParOf" srcId="{9164BFD9-5DFE-4DFB-8B0F-4F06A6134BFC}" destId="{7D25E10C-396A-46BC-B41C-627006395C7D}" srcOrd="1" destOrd="0" presId="urn:microsoft.com/office/officeart/2018/2/layout/IconLabelList"/>
    <dgm:cxn modelId="{4C792D0D-4304-4C8C-8670-D3802BF6AC6A}" type="presParOf" srcId="{9164BFD9-5DFE-4DFB-8B0F-4F06A6134BFC}" destId="{61E4668A-2A46-4210-9F66-390FE84C5B08}" srcOrd="2" destOrd="0" presId="urn:microsoft.com/office/officeart/2018/2/layout/IconLabelList"/>
    <dgm:cxn modelId="{F9261D9C-2607-4F1B-A7DA-2CBD1E8345B5}" type="presParOf" srcId="{13D51571-2BD4-4FF5-8C0F-E81B248DFBF6}" destId="{47EB442B-A913-4476-9ADE-9521C0C942D2}" srcOrd="3" destOrd="0" presId="urn:microsoft.com/office/officeart/2018/2/layout/IconLabelList"/>
    <dgm:cxn modelId="{17E7C429-1737-42EB-A545-65E614EE8255}" type="presParOf" srcId="{13D51571-2BD4-4FF5-8C0F-E81B248DFBF6}" destId="{EF24EC4F-7A20-41F2-A6F2-34D748C39729}" srcOrd="4" destOrd="0" presId="urn:microsoft.com/office/officeart/2018/2/layout/IconLabelList"/>
    <dgm:cxn modelId="{6C58236E-30F9-4EFC-B648-748FB20556E0}" type="presParOf" srcId="{EF24EC4F-7A20-41F2-A6F2-34D748C39729}" destId="{E2C2904E-BC37-4739-A8F6-A5DAB3E9B8AE}" srcOrd="0" destOrd="0" presId="urn:microsoft.com/office/officeart/2018/2/layout/IconLabelList"/>
    <dgm:cxn modelId="{3724E30C-0D33-4A88-883D-4D0D05FEDB69}" type="presParOf" srcId="{EF24EC4F-7A20-41F2-A6F2-34D748C39729}" destId="{40C9FF5D-C156-4B8B-A247-1EA1E8A5566A}" srcOrd="1" destOrd="0" presId="urn:microsoft.com/office/officeart/2018/2/layout/IconLabelList"/>
    <dgm:cxn modelId="{EF5732F6-AFF6-40CF-BC1F-EDE42392CA29}" type="presParOf" srcId="{EF24EC4F-7A20-41F2-A6F2-34D748C39729}" destId="{13ED6805-A7C3-4E02-BE83-9DD6D667F78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34615CE-30BF-46A6-99AD-4CB7A693657D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7A31786-8328-46D9-A338-1BB5058B6B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Lag feature 12 month ago </a:t>
          </a:r>
        </a:p>
      </dgm:t>
    </dgm:pt>
    <dgm:pt modelId="{FC12047A-8231-4E17-90C5-C82A82B48325}" type="parTrans" cxnId="{3114C9BA-CED9-4EEF-90F3-B6709F598794}">
      <dgm:prSet/>
      <dgm:spPr/>
      <dgm:t>
        <a:bodyPr/>
        <a:lstStyle/>
        <a:p>
          <a:endParaRPr lang="en-US"/>
        </a:p>
      </dgm:t>
    </dgm:pt>
    <dgm:pt modelId="{6654B1EE-8959-449A-AD9D-D11CC2A98376}" type="sibTrans" cxnId="{3114C9BA-CED9-4EEF-90F3-B6709F598794}">
      <dgm:prSet/>
      <dgm:spPr/>
      <dgm:t>
        <a:bodyPr/>
        <a:lstStyle/>
        <a:p>
          <a:endParaRPr lang="en-US"/>
        </a:p>
      </dgm:t>
    </dgm:pt>
    <dgm:pt modelId="{7F1791BC-EF81-4B20-94D3-F97F1AB5EC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Sales from the same month last year </a:t>
          </a:r>
        </a:p>
      </dgm:t>
    </dgm:pt>
    <dgm:pt modelId="{9E67D8EE-FCF5-4C55-AF55-06A59D6FCF6D}" type="parTrans" cxnId="{01838011-D2FC-4C87-9E77-F3336334ABA5}">
      <dgm:prSet/>
      <dgm:spPr/>
      <dgm:t>
        <a:bodyPr/>
        <a:lstStyle/>
        <a:p>
          <a:endParaRPr lang="en-US"/>
        </a:p>
      </dgm:t>
    </dgm:pt>
    <dgm:pt modelId="{4ADB804E-2815-4DCB-B389-AA694D62DAFB}" type="sibTrans" cxnId="{01838011-D2FC-4C87-9E77-F3336334ABA5}">
      <dgm:prSet/>
      <dgm:spPr/>
      <dgm:t>
        <a:bodyPr/>
        <a:lstStyle/>
        <a:p>
          <a:endParaRPr lang="en-US"/>
        </a:p>
      </dgm:t>
    </dgm:pt>
    <dgm:pt modelId="{2C6F383A-E486-460D-B8E6-F4ED1641DF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Capture seasonality </a:t>
          </a:r>
        </a:p>
      </dgm:t>
    </dgm:pt>
    <dgm:pt modelId="{443DF1D8-17F6-4D6A-9713-2DE5CCBF1844}" type="parTrans" cxnId="{8224D164-5CD6-4F56-A495-602F3FAB798B}">
      <dgm:prSet/>
      <dgm:spPr/>
      <dgm:t>
        <a:bodyPr/>
        <a:lstStyle/>
        <a:p>
          <a:endParaRPr lang="en-US"/>
        </a:p>
      </dgm:t>
    </dgm:pt>
    <dgm:pt modelId="{2699C47F-27A8-428A-BAAE-747AA12D0381}" type="sibTrans" cxnId="{8224D164-5CD6-4F56-A495-602F3FAB798B}">
      <dgm:prSet/>
      <dgm:spPr/>
      <dgm:t>
        <a:bodyPr/>
        <a:lstStyle/>
        <a:p>
          <a:endParaRPr lang="en-US"/>
        </a:p>
      </dgm:t>
    </dgm:pt>
    <dgm:pt modelId="{3C42129F-363A-4B20-B41B-4E5F628ABAE9}" type="pres">
      <dgm:prSet presAssocID="{634615CE-30BF-46A6-99AD-4CB7A693657D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A479C0D-873E-4991-8ED5-DC69574F3BF9}" type="pres">
      <dgm:prSet presAssocID="{67A31786-8328-46D9-A338-1BB5058B6BF6}" presName="compNode" presStyleCnt="0"/>
      <dgm:spPr/>
    </dgm:pt>
    <dgm:pt modelId="{EEB77B4F-406D-43B2-9CF2-F1DBD7C49A91}" type="pres">
      <dgm:prSet presAssocID="{67A31786-8328-46D9-A338-1BB5058B6BF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8CA6FEA7-FECE-43A3-BDE2-5745C0FEA19F}" type="pres">
      <dgm:prSet presAssocID="{67A31786-8328-46D9-A338-1BB5058B6BF6}" presName="spaceRect" presStyleCnt="0"/>
      <dgm:spPr/>
    </dgm:pt>
    <dgm:pt modelId="{E034732C-5682-427A-A33F-0BAB25AEE057}" type="pres">
      <dgm:prSet presAssocID="{67A31786-8328-46D9-A338-1BB5058B6BF6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E6AE5682-FE13-445F-A2A5-177974A0B094}" type="pres">
      <dgm:prSet presAssocID="{6654B1EE-8959-449A-AD9D-D11CC2A98376}" presName="sibTrans" presStyleCnt="0"/>
      <dgm:spPr/>
    </dgm:pt>
    <dgm:pt modelId="{6DAD2F07-BC00-4B54-A8C5-494F6043B1AD}" type="pres">
      <dgm:prSet presAssocID="{7F1791BC-EF81-4B20-94D3-F97F1AB5EC3E}" presName="compNode" presStyleCnt="0"/>
      <dgm:spPr/>
    </dgm:pt>
    <dgm:pt modelId="{8A269648-FD72-498F-A2C7-B97E03C41871}" type="pres">
      <dgm:prSet presAssocID="{7F1791BC-EF81-4B20-94D3-F97F1AB5EC3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0A75C75-EF42-4F22-B158-F7BA0E8306F4}" type="pres">
      <dgm:prSet presAssocID="{7F1791BC-EF81-4B20-94D3-F97F1AB5EC3E}" presName="spaceRect" presStyleCnt="0"/>
      <dgm:spPr/>
    </dgm:pt>
    <dgm:pt modelId="{5A19E764-7042-41C0-9CA8-5003C8D4AE57}" type="pres">
      <dgm:prSet presAssocID="{7F1791BC-EF81-4B20-94D3-F97F1AB5EC3E}" presName="textRect" presStyleLbl="revTx" presStyleIdx="1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A5EADD45-365D-4587-BDB4-8A2B37804991}" type="pres">
      <dgm:prSet presAssocID="{4ADB804E-2815-4DCB-B389-AA694D62DAFB}" presName="sibTrans" presStyleCnt="0"/>
      <dgm:spPr/>
    </dgm:pt>
    <dgm:pt modelId="{B9C2F47F-D53B-47E7-B6AB-5237624F8DB5}" type="pres">
      <dgm:prSet presAssocID="{2C6F383A-E486-460D-B8E6-F4ED1641DFD2}" presName="compNode" presStyleCnt="0"/>
      <dgm:spPr/>
    </dgm:pt>
    <dgm:pt modelId="{18A9B442-AE59-4B1E-944D-3F21EF236093}" type="pres">
      <dgm:prSet presAssocID="{2C6F383A-E486-460D-B8E6-F4ED1641DFD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eaf"/>
        </a:ext>
      </dgm:extLst>
    </dgm:pt>
    <dgm:pt modelId="{87F16359-02AB-465B-B269-2FA1DB733751}" type="pres">
      <dgm:prSet presAssocID="{2C6F383A-E486-460D-B8E6-F4ED1641DFD2}" presName="spaceRect" presStyleCnt="0"/>
      <dgm:spPr/>
    </dgm:pt>
    <dgm:pt modelId="{1EF7082A-6B5F-4759-B50D-3D5123AE35C2}" type="pres">
      <dgm:prSet presAssocID="{2C6F383A-E486-460D-B8E6-F4ED1641DFD2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1838011-D2FC-4C87-9E77-F3336334ABA5}" srcId="{634615CE-30BF-46A6-99AD-4CB7A693657D}" destId="{7F1791BC-EF81-4B20-94D3-F97F1AB5EC3E}" srcOrd="1" destOrd="0" parTransId="{9E67D8EE-FCF5-4C55-AF55-06A59D6FCF6D}" sibTransId="{4ADB804E-2815-4DCB-B389-AA694D62DAFB}"/>
    <dgm:cxn modelId="{1CAFD9EF-DDE0-4F1D-B7A3-88A3A621350C}" type="presOf" srcId="{7F1791BC-EF81-4B20-94D3-F97F1AB5EC3E}" destId="{5A19E764-7042-41C0-9CA8-5003C8D4AE57}" srcOrd="0" destOrd="0" presId="urn:microsoft.com/office/officeart/2018/2/layout/IconLabelList"/>
    <dgm:cxn modelId="{486A20C4-BA30-4450-88A0-E5C2FE28D44A}" type="presOf" srcId="{634615CE-30BF-46A6-99AD-4CB7A693657D}" destId="{3C42129F-363A-4B20-B41B-4E5F628ABAE9}" srcOrd="0" destOrd="0" presId="urn:microsoft.com/office/officeart/2018/2/layout/IconLabelList"/>
    <dgm:cxn modelId="{3114C9BA-CED9-4EEF-90F3-B6709F598794}" srcId="{634615CE-30BF-46A6-99AD-4CB7A693657D}" destId="{67A31786-8328-46D9-A338-1BB5058B6BF6}" srcOrd="0" destOrd="0" parTransId="{FC12047A-8231-4E17-90C5-C82A82B48325}" sibTransId="{6654B1EE-8959-449A-AD9D-D11CC2A98376}"/>
    <dgm:cxn modelId="{8224D164-5CD6-4F56-A495-602F3FAB798B}" srcId="{634615CE-30BF-46A6-99AD-4CB7A693657D}" destId="{2C6F383A-E486-460D-B8E6-F4ED1641DFD2}" srcOrd="2" destOrd="0" parTransId="{443DF1D8-17F6-4D6A-9713-2DE5CCBF1844}" sibTransId="{2699C47F-27A8-428A-BAAE-747AA12D0381}"/>
    <dgm:cxn modelId="{D20BCAE5-F918-42C5-89D8-4A51D03662A7}" type="presOf" srcId="{67A31786-8328-46D9-A338-1BB5058B6BF6}" destId="{E034732C-5682-427A-A33F-0BAB25AEE057}" srcOrd="0" destOrd="0" presId="urn:microsoft.com/office/officeart/2018/2/layout/IconLabelList"/>
    <dgm:cxn modelId="{BD544799-B38B-4F64-A461-07D5D6A5F7A0}" type="presOf" srcId="{2C6F383A-E486-460D-B8E6-F4ED1641DFD2}" destId="{1EF7082A-6B5F-4759-B50D-3D5123AE35C2}" srcOrd="0" destOrd="0" presId="urn:microsoft.com/office/officeart/2018/2/layout/IconLabelList"/>
    <dgm:cxn modelId="{650FEE22-F89B-4F16-9C9B-18769B823D1E}" type="presParOf" srcId="{3C42129F-363A-4B20-B41B-4E5F628ABAE9}" destId="{BA479C0D-873E-4991-8ED5-DC69574F3BF9}" srcOrd="0" destOrd="0" presId="urn:microsoft.com/office/officeart/2018/2/layout/IconLabelList"/>
    <dgm:cxn modelId="{9627EACF-8AE8-4FF8-9BF9-9982F15DAF46}" type="presParOf" srcId="{BA479C0D-873E-4991-8ED5-DC69574F3BF9}" destId="{EEB77B4F-406D-43B2-9CF2-F1DBD7C49A91}" srcOrd="0" destOrd="0" presId="urn:microsoft.com/office/officeart/2018/2/layout/IconLabelList"/>
    <dgm:cxn modelId="{5BB4E579-F114-4767-84DD-9DC2384337A2}" type="presParOf" srcId="{BA479C0D-873E-4991-8ED5-DC69574F3BF9}" destId="{8CA6FEA7-FECE-43A3-BDE2-5745C0FEA19F}" srcOrd="1" destOrd="0" presId="urn:microsoft.com/office/officeart/2018/2/layout/IconLabelList"/>
    <dgm:cxn modelId="{A7860694-C0F9-42C5-886C-1B77158B1D67}" type="presParOf" srcId="{BA479C0D-873E-4991-8ED5-DC69574F3BF9}" destId="{E034732C-5682-427A-A33F-0BAB25AEE057}" srcOrd="2" destOrd="0" presId="urn:microsoft.com/office/officeart/2018/2/layout/IconLabelList"/>
    <dgm:cxn modelId="{7E1A74D4-A823-4B66-AF9E-6C38333AB35A}" type="presParOf" srcId="{3C42129F-363A-4B20-B41B-4E5F628ABAE9}" destId="{E6AE5682-FE13-445F-A2A5-177974A0B094}" srcOrd="1" destOrd="0" presId="urn:microsoft.com/office/officeart/2018/2/layout/IconLabelList"/>
    <dgm:cxn modelId="{A19A247F-67C7-476B-9DF0-18C2D51FB6FF}" type="presParOf" srcId="{3C42129F-363A-4B20-B41B-4E5F628ABAE9}" destId="{6DAD2F07-BC00-4B54-A8C5-494F6043B1AD}" srcOrd="2" destOrd="0" presId="urn:microsoft.com/office/officeart/2018/2/layout/IconLabelList"/>
    <dgm:cxn modelId="{8FDA66BD-326C-4D49-9766-65BBEA6585FC}" type="presParOf" srcId="{6DAD2F07-BC00-4B54-A8C5-494F6043B1AD}" destId="{8A269648-FD72-498F-A2C7-B97E03C41871}" srcOrd="0" destOrd="0" presId="urn:microsoft.com/office/officeart/2018/2/layout/IconLabelList"/>
    <dgm:cxn modelId="{9F7602D6-F1C5-4D34-ACFD-4CE9CD26ADA8}" type="presParOf" srcId="{6DAD2F07-BC00-4B54-A8C5-494F6043B1AD}" destId="{C0A75C75-EF42-4F22-B158-F7BA0E8306F4}" srcOrd="1" destOrd="0" presId="urn:microsoft.com/office/officeart/2018/2/layout/IconLabelList"/>
    <dgm:cxn modelId="{E3858E92-A00A-4FAE-89FE-A715AC621620}" type="presParOf" srcId="{6DAD2F07-BC00-4B54-A8C5-494F6043B1AD}" destId="{5A19E764-7042-41C0-9CA8-5003C8D4AE57}" srcOrd="2" destOrd="0" presId="urn:microsoft.com/office/officeart/2018/2/layout/IconLabelList"/>
    <dgm:cxn modelId="{5901043E-AA01-45F1-A1FF-BE8BCC8A8BBA}" type="presParOf" srcId="{3C42129F-363A-4B20-B41B-4E5F628ABAE9}" destId="{A5EADD45-365D-4587-BDB4-8A2B37804991}" srcOrd="3" destOrd="0" presId="urn:microsoft.com/office/officeart/2018/2/layout/IconLabelList"/>
    <dgm:cxn modelId="{35135E83-9A4A-4495-880C-A406598C2730}" type="presParOf" srcId="{3C42129F-363A-4B20-B41B-4E5F628ABAE9}" destId="{B9C2F47F-D53B-47E7-B6AB-5237624F8DB5}" srcOrd="4" destOrd="0" presId="urn:microsoft.com/office/officeart/2018/2/layout/IconLabelList"/>
    <dgm:cxn modelId="{81204D84-22E2-4FE6-9D76-C569C123B69E}" type="presParOf" srcId="{B9C2F47F-D53B-47E7-B6AB-5237624F8DB5}" destId="{18A9B442-AE59-4B1E-944D-3F21EF236093}" srcOrd="0" destOrd="0" presId="urn:microsoft.com/office/officeart/2018/2/layout/IconLabelList"/>
    <dgm:cxn modelId="{1743BD7E-FFD4-419F-B181-FD8D5B3C1B96}" type="presParOf" srcId="{B9C2F47F-D53B-47E7-B6AB-5237624F8DB5}" destId="{87F16359-02AB-465B-B269-2FA1DB733751}" srcOrd="1" destOrd="0" presId="urn:microsoft.com/office/officeart/2018/2/layout/IconLabelList"/>
    <dgm:cxn modelId="{4EEF3CAF-8F7F-45FB-86E1-61CFFB3B4626}" type="presParOf" srcId="{B9C2F47F-D53B-47E7-B6AB-5237624F8DB5}" destId="{1EF7082A-6B5F-4759-B50D-3D5123AE35C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495898B-1163-4DCC-B1B9-53A7D077722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B4D094-14F8-43E5-9204-12CD035F9E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. Feature Engineering Lag features: lag_1(one month ago), lag_12(same month previous year) to capture temporal dependencies and seasonality. Rolling mean: rolling_mean_3 to smooth short-term fluctuations.</a:t>
          </a:r>
          <a:endParaRPr lang="en-US" dirty="0"/>
        </a:p>
      </dgm:t>
    </dgm:pt>
    <dgm:pt modelId="{0E8774F4-8698-47A9-9F7E-CA96BD985387}" type="parTrans" cxnId="{CD21A1E9-E498-4D2D-8671-D58051531FBB}">
      <dgm:prSet/>
      <dgm:spPr/>
      <dgm:t>
        <a:bodyPr/>
        <a:lstStyle/>
        <a:p>
          <a:endParaRPr lang="en-US"/>
        </a:p>
      </dgm:t>
    </dgm:pt>
    <dgm:pt modelId="{C488F273-4887-4510-96B6-E74E6E281458}" type="sibTrans" cxnId="{CD21A1E9-E498-4D2D-8671-D58051531FBB}">
      <dgm:prSet/>
      <dgm:spPr/>
      <dgm:t>
        <a:bodyPr/>
        <a:lstStyle/>
        <a:p>
          <a:endParaRPr lang="en-US"/>
        </a:p>
      </dgm:t>
    </dgm:pt>
    <dgm:pt modelId="{9900B4C7-E824-4C64-AD2D-3697031261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. Feature Selection (Wrapper-Based) RFE (Recursive Feature Elimination) with a linear regression base model. Chose top 5 most predictive features based on feature rankings.</a:t>
          </a:r>
          <a:endParaRPr lang="en-US" dirty="0"/>
        </a:p>
      </dgm:t>
    </dgm:pt>
    <dgm:pt modelId="{DD8B8EB8-B592-4045-A229-2FA02B32505A}" type="parTrans" cxnId="{6893E2D2-384F-4A91-9385-B24AC2335B7F}">
      <dgm:prSet/>
      <dgm:spPr/>
      <dgm:t>
        <a:bodyPr/>
        <a:lstStyle/>
        <a:p>
          <a:endParaRPr lang="en-US"/>
        </a:p>
      </dgm:t>
    </dgm:pt>
    <dgm:pt modelId="{E9D58D24-73BB-49F0-8770-6910BFC715B1}" type="sibTrans" cxnId="{6893E2D2-384F-4A91-9385-B24AC2335B7F}">
      <dgm:prSet/>
      <dgm:spPr/>
      <dgm:t>
        <a:bodyPr/>
        <a:lstStyle/>
        <a:p>
          <a:endParaRPr lang="en-US"/>
        </a:p>
      </dgm:t>
    </dgm:pt>
    <dgm:pt modelId="{56CD6C67-7BCE-498D-8FA2-AF244552612D}" type="pres">
      <dgm:prSet presAssocID="{9495898B-1163-4DCC-B1B9-53A7D0777221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48DB112-BCA9-4208-B97C-7EEAE8255278}" type="pres">
      <dgm:prSet presAssocID="{EBB4D094-14F8-43E5-9204-12CD035F9E3C}" presName="compNode" presStyleCnt="0"/>
      <dgm:spPr/>
    </dgm:pt>
    <dgm:pt modelId="{52A47B05-1F43-401A-8469-48DEF4B5DE57}" type="pres">
      <dgm:prSet presAssocID="{EBB4D094-14F8-43E5-9204-12CD035F9E3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BCB7F707-23D1-4805-9735-EBC53739AA3F}" type="pres">
      <dgm:prSet presAssocID="{EBB4D094-14F8-43E5-9204-12CD035F9E3C}" presName="spaceRect" presStyleCnt="0"/>
      <dgm:spPr/>
    </dgm:pt>
    <dgm:pt modelId="{69DB394E-AEC1-4E6E-89A3-752325F44FE5}" type="pres">
      <dgm:prSet presAssocID="{EBB4D094-14F8-43E5-9204-12CD035F9E3C}" presName="textRect" presStyleLbl="revTx" presStyleIdx="0" presStyleCnt="2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024DD6EF-F0C4-41BA-AC12-2BFA868D42B9}" type="pres">
      <dgm:prSet presAssocID="{C488F273-4887-4510-96B6-E74E6E281458}" presName="sibTrans" presStyleCnt="0"/>
      <dgm:spPr/>
    </dgm:pt>
    <dgm:pt modelId="{D7D3C118-0200-494E-A06E-062B59166712}" type="pres">
      <dgm:prSet presAssocID="{9900B4C7-E824-4C64-AD2D-3697031261F7}" presName="compNode" presStyleCnt="0"/>
      <dgm:spPr/>
    </dgm:pt>
    <dgm:pt modelId="{07DA348C-6A06-4631-BD32-7814096B3E64}" type="pres">
      <dgm:prSet presAssocID="{9900B4C7-E824-4C64-AD2D-3697031261F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4EC3075-BB21-408A-8D0B-F375BD585180}" type="pres">
      <dgm:prSet presAssocID="{9900B4C7-E824-4C64-AD2D-3697031261F7}" presName="spaceRect" presStyleCnt="0"/>
      <dgm:spPr/>
    </dgm:pt>
    <dgm:pt modelId="{A457DD50-E10F-4AF5-B53D-DEDF875DA6A2}" type="pres">
      <dgm:prSet presAssocID="{9900B4C7-E824-4C64-AD2D-3697031261F7}" presName="textRect" presStyleLbl="revTx" presStyleIdx="1" presStyleCnt="2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ACAE7D8-C077-460A-9830-7942F8583AF1}" type="presOf" srcId="{EBB4D094-14F8-43E5-9204-12CD035F9E3C}" destId="{69DB394E-AEC1-4E6E-89A3-752325F44FE5}" srcOrd="0" destOrd="0" presId="urn:microsoft.com/office/officeart/2018/2/layout/IconLabelList"/>
    <dgm:cxn modelId="{CD21A1E9-E498-4D2D-8671-D58051531FBB}" srcId="{9495898B-1163-4DCC-B1B9-53A7D0777221}" destId="{EBB4D094-14F8-43E5-9204-12CD035F9E3C}" srcOrd="0" destOrd="0" parTransId="{0E8774F4-8698-47A9-9F7E-CA96BD985387}" sibTransId="{C488F273-4887-4510-96B6-E74E6E281458}"/>
    <dgm:cxn modelId="{B0C5AF5B-9E9C-47FA-A4FE-AD64CEDDD6E5}" type="presOf" srcId="{9495898B-1163-4DCC-B1B9-53A7D0777221}" destId="{56CD6C67-7BCE-498D-8FA2-AF244552612D}" srcOrd="0" destOrd="0" presId="urn:microsoft.com/office/officeart/2018/2/layout/IconLabelList"/>
    <dgm:cxn modelId="{BAEC8BA1-B354-442A-98D5-0384B22BEF87}" type="presOf" srcId="{9900B4C7-E824-4C64-AD2D-3697031261F7}" destId="{A457DD50-E10F-4AF5-B53D-DEDF875DA6A2}" srcOrd="0" destOrd="0" presId="urn:microsoft.com/office/officeart/2018/2/layout/IconLabelList"/>
    <dgm:cxn modelId="{6893E2D2-384F-4A91-9385-B24AC2335B7F}" srcId="{9495898B-1163-4DCC-B1B9-53A7D0777221}" destId="{9900B4C7-E824-4C64-AD2D-3697031261F7}" srcOrd="1" destOrd="0" parTransId="{DD8B8EB8-B592-4045-A229-2FA02B32505A}" sibTransId="{E9D58D24-73BB-49F0-8770-6910BFC715B1}"/>
    <dgm:cxn modelId="{A33EB95A-3EF6-4D74-B0FA-BE951B6D518F}" type="presParOf" srcId="{56CD6C67-7BCE-498D-8FA2-AF244552612D}" destId="{548DB112-BCA9-4208-B97C-7EEAE8255278}" srcOrd="0" destOrd="0" presId="urn:microsoft.com/office/officeart/2018/2/layout/IconLabelList"/>
    <dgm:cxn modelId="{01DE72D6-6882-4DD9-AAF9-EE57003D7DF4}" type="presParOf" srcId="{548DB112-BCA9-4208-B97C-7EEAE8255278}" destId="{52A47B05-1F43-401A-8469-48DEF4B5DE57}" srcOrd="0" destOrd="0" presId="urn:microsoft.com/office/officeart/2018/2/layout/IconLabelList"/>
    <dgm:cxn modelId="{90F896FD-D31E-455B-A327-7345D5DA3D90}" type="presParOf" srcId="{548DB112-BCA9-4208-B97C-7EEAE8255278}" destId="{BCB7F707-23D1-4805-9735-EBC53739AA3F}" srcOrd="1" destOrd="0" presId="urn:microsoft.com/office/officeart/2018/2/layout/IconLabelList"/>
    <dgm:cxn modelId="{012FF596-0777-4591-ACA2-6E35363D0BF9}" type="presParOf" srcId="{548DB112-BCA9-4208-B97C-7EEAE8255278}" destId="{69DB394E-AEC1-4E6E-89A3-752325F44FE5}" srcOrd="2" destOrd="0" presId="urn:microsoft.com/office/officeart/2018/2/layout/IconLabelList"/>
    <dgm:cxn modelId="{C8EF1772-48B8-482E-AF2F-82E24031570D}" type="presParOf" srcId="{56CD6C67-7BCE-498D-8FA2-AF244552612D}" destId="{024DD6EF-F0C4-41BA-AC12-2BFA868D42B9}" srcOrd="1" destOrd="0" presId="urn:microsoft.com/office/officeart/2018/2/layout/IconLabelList"/>
    <dgm:cxn modelId="{509C42C7-7F02-4E72-9901-60BFD8AF1FBB}" type="presParOf" srcId="{56CD6C67-7BCE-498D-8FA2-AF244552612D}" destId="{D7D3C118-0200-494E-A06E-062B59166712}" srcOrd="2" destOrd="0" presId="urn:microsoft.com/office/officeart/2018/2/layout/IconLabelList"/>
    <dgm:cxn modelId="{16568A71-133F-4CFD-8D48-4EB1C74F73C2}" type="presParOf" srcId="{D7D3C118-0200-494E-A06E-062B59166712}" destId="{07DA348C-6A06-4631-BD32-7814096B3E64}" srcOrd="0" destOrd="0" presId="urn:microsoft.com/office/officeart/2018/2/layout/IconLabelList"/>
    <dgm:cxn modelId="{7424DAD7-4350-4FC1-9FCA-F3EB905C1769}" type="presParOf" srcId="{D7D3C118-0200-494E-A06E-062B59166712}" destId="{24EC3075-BB21-408A-8D0B-F375BD585180}" srcOrd="1" destOrd="0" presId="urn:microsoft.com/office/officeart/2018/2/layout/IconLabelList"/>
    <dgm:cxn modelId="{ED09D1EA-2B1B-4F1A-B63F-A9B5435D0A28}" type="presParOf" srcId="{D7D3C118-0200-494E-A06E-062B59166712}" destId="{A457DD50-E10F-4AF5-B53D-DEDF875DA6A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12A35BB-9588-449A-B8FF-B09F4B5B1092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9AA884-91E5-4F90-A78F-BA2FAA3F3923}">
      <dgm:prSet/>
      <dgm:spPr/>
      <dgm:t>
        <a:bodyPr/>
        <a:lstStyle/>
        <a:p>
          <a:r>
            <a:rPr lang="en-US" b="0" i="0"/>
            <a:t>Feature Engineering Lag features: lag_1(one month ago), lag_12(same month previous year) to capture temporal dependencies and seasonality. Rolling mean: rolling_mean_3 to smooth short-term fluctuations.</a:t>
          </a:r>
          <a:endParaRPr lang="en-US"/>
        </a:p>
      </dgm:t>
    </dgm:pt>
    <dgm:pt modelId="{C161C14C-1A95-4711-BEB1-62C340D5A761}" type="parTrans" cxnId="{286FA5C4-1058-4CB9-BD9D-1EF250AF8402}">
      <dgm:prSet/>
      <dgm:spPr/>
      <dgm:t>
        <a:bodyPr/>
        <a:lstStyle/>
        <a:p>
          <a:endParaRPr lang="en-US"/>
        </a:p>
      </dgm:t>
    </dgm:pt>
    <dgm:pt modelId="{9C504B75-B6CF-4925-8856-6BB47ACEBCBF}" type="sibTrans" cxnId="{286FA5C4-1058-4CB9-BD9D-1EF250AF8402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17C37080-1A5C-412F-9A50-84D45E062542}">
      <dgm:prSet/>
      <dgm:spPr/>
      <dgm:t>
        <a:bodyPr/>
        <a:lstStyle/>
        <a:p>
          <a:r>
            <a:rPr lang="en-US" b="0" i="0" dirty="0"/>
            <a:t> Feature Selection (Wrapper-Based) RFE (Recursive Feature Elimination) with a linear regression base model. Chose top 5 most predictive features based on feature rankings.</a:t>
          </a:r>
          <a:endParaRPr lang="en-US" dirty="0"/>
        </a:p>
      </dgm:t>
    </dgm:pt>
    <dgm:pt modelId="{888B73A9-0ACE-4307-808F-38A54AF4889D}" type="parTrans" cxnId="{36E97589-5F77-4761-B2E0-87521C4F2A4A}">
      <dgm:prSet/>
      <dgm:spPr/>
      <dgm:t>
        <a:bodyPr/>
        <a:lstStyle/>
        <a:p>
          <a:endParaRPr lang="en-US"/>
        </a:p>
      </dgm:t>
    </dgm:pt>
    <dgm:pt modelId="{1ADA7A0C-0ED8-45C7-8C86-C6D3DDCA6890}" type="sibTrans" cxnId="{36E97589-5F77-4761-B2E0-87521C4F2A4A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A0847ADF-328A-4899-BF0F-07C75B3C476E}">
      <dgm:prSet/>
      <dgm:spPr/>
      <dgm:t>
        <a:bodyPr/>
        <a:lstStyle/>
        <a:p>
          <a:r>
            <a:rPr lang="en-US" b="0" i="0"/>
            <a:t>Standard prophet used with no external regressors</a:t>
          </a:r>
          <a:endParaRPr lang="en-US"/>
        </a:p>
      </dgm:t>
    </dgm:pt>
    <dgm:pt modelId="{E7A781EE-45FC-4AE2-9B6C-F2124A707512}" type="parTrans" cxnId="{2882C6EE-52D2-48DB-BEDA-D4308F9593AA}">
      <dgm:prSet/>
      <dgm:spPr/>
      <dgm:t>
        <a:bodyPr/>
        <a:lstStyle/>
        <a:p>
          <a:endParaRPr lang="en-US"/>
        </a:p>
      </dgm:t>
    </dgm:pt>
    <dgm:pt modelId="{F5D76F49-9812-42B5-8582-064A0EDF5668}" type="sibTrans" cxnId="{2882C6EE-52D2-48DB-BEDA-D4308F9593AA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D0DFB856-C9F1-45D5-BBCA-D6E32892C817}" type="pres">
      <dgm:prSet presAssocID="{B12A35BB-9588-449A-B8FF-B09F4B5B1092}" presName="Name0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88AD61C-0757-43BA-973F-EEE99E2B2154}" type="pres">
      <dgm:prSet presAssocID="{7B9AA884-91E5-4F90-A78F-BA2FAA3F3923}" presName="compositeNode" presStyleCnt="0">
        <dgm:presLayoutVars>
          <dgm:bulletEnabled val="1"/>
        </dgm:presLayoutVars>
      </dgm:prSet>
      <dgm:spPr/>
    </dgm:pt>
    <dgm:pt modelId="{9B3794FC-C913-4E17-A2AB-7B75457413A6}" type="pres">
      <dgm:prSet presAssocID="{7B9AA884-91E5-4F90-A78F-BA2FAA3F3923}" presName="bgRect" presStyleLbl="alignNode1" presStyleIdx="0" presStyleCnt="3"/>
      <dgm:spPr/>
      <dgm:t>
        <a:bodyPr/>
        <a:lstStyle/>
        <a:p>
          <a:endParaRPr lang="en-US"/>
        </a:p>
      </dgm:t>
    </dgm:pt>
    <dgm:pt modelId="{D951710D-7A4D-4C95-9208-93543746E554}" type="pres">
      <dgm:prSet presAssocID="{9C504B75-B6CF-4925-8856-6BB47ACEBCBF}" presName="sibTransNodeRect" presStyleLbl="align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CD8B5E-C3FA-47D3-8DE1-E92D09E1438F}" type="pres">
      <dgm:prSet presAssocID="{7B9AA884-91E5-4F90-A78F-BA2FAA3F3923}" presName="nodeRect" presStyleLbl="align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D3E6B9B-0EC1-4840-AA59-03ADD2F4E247}" type="pres">
      <dgm:prSet presAssocID="{9C504B75-B6CF-4925-8856-6BB47ACEBCBF}" presName="sibTrans" presStyleCnt="0"/>
      <dgm:spPr/>
    </dgm:pt>
    <dgm:pt modelId="{671E8433-8C48-4762-9776-5B8A0B47D950}" type="pres">
      <dgm:prSet presAssocID="{17C37080-1A5C-412F-9A50-84D45E062542}" presName="compositeNode" presStyleCnt="0">
        <dgm:presLayoutVars>
          <dgm:bulletEnabled val="1"/>
        </dgm:presLayoutVars>
      </dgm:prSet>
      <dgm:spPr/>
    </dgm:pt>
    <dgm:pt modelId="{FF199562-C477-46AF-8985-418E7DD2978E}" type="pres">
      <dgm:prSet presAssocID="{17C37080-1A5C-412F-9A50-84D45E062542}" presName="bgRect" presStyleLbl="alignNode1" presStyleIdx="1" presStyleCnt="3"/>
      <dgm:spPr/>
      <dgm:t>
        <a:bodyPr/>
        <a:lstStyle/>
        <a:p>
          <a:endParaRPr lang="en-US"/>
        </a:p>
      </dgm:t>
    </dgm:pt>
    <dgm:pt modelId="{01D2EB73-4433-4DD6-9C3B-6212FA9A90B1}" type="pres">
      <dgm:prSet presAssocID="{1ADA7A0C-0ED8-45C7-8C86-C6D3DDCA6890}" presName="sibTransNodeRect" presStyleLbl="align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2997CD-767A-4199-BF87-0600592D8577}" type="pres">
      <dgm:prSet presAssocID="{17C37080-1A5C-412F-9A50-84D45E062542}" presName="nodeRect" presStyleLbl="align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321A0F4-E79A-409B-88B0-0CC79F38AF57}" type="pres">
      <dgm:prSet presAssocID="{1ADA7A0C-0ED8-45C7-8C86-C6D3DDCA6890}" presName="sibTrans" presStyleCnt="0"/>
      <dgm:spPr/>
    </dgm:pt>
    <dgm:pt modelId="{9883B749-E5A6-478D-80C5-1705C2B1DF41}" type="pres">
      <dgm:prSet presAssocID="{A0847ADF-328A-4899-BF0F-07C75B3C476E}" presName="compositeNode" presStyleCnt="0">
        <dgm:presLayoutVars>
          <dgm:bulletEnabled val="1"/>
        </dgm:presLayoutVars>
      </dgm:prSet>
      <dgm:spPr/>
    </dgm:pt>
    <dgm:pt modelId="{4C046DB1-ADAD-4F0E-8644-C9A35A91BEC4}" type="pres">
      <dgm:prSet presAssocID="{A0847ADF-328A-4899-BF0F-07C75B3C476E}" presName="bgRect" presStyleLbl="alignNode1" presStyleIdx="2" presStyleCnt="3"/>
      <dgm:spPr/>
      <dgm:t>
        <a:bodyPr/>
        <a:lstStyle/>
        <a:p>
          <a:endParaRPr lang="en-US"/>
        </a:p>
      </dgm:t>
    </dgm:pt>
    <dgm:pt modelId="{DB58542B-6DF5-41A7-9585-4914B6B34CC4}" type="pres">
      <dgm:prSet presAssocID="{F5D76F49-9812-42B5-8582-064A0EDF5668}" presName="sibTransNodeRect" presStyleLbl="align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2AFCA3-B992-480C-92B1-F7A508586F85}" type="pres">
      <dgm:prSet presAssocID="{A0847ADF-328A-4899-BF0F-07C75B3C476E}" presName="nodeRect" presStyleLbl="align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867FFD1-37C4-43CB-9E51-12507F8F6010}" type="presOf" srcId="{A0847ADF-328A-4899-BF0F-07C75B3C476E}" destId="{292AFCA3-B992-480C-92B1-F7A508586F85}" srcOrd="1" destOrd="0" presId="urn:microsoft.com/office/officeart/2016/7/layout/LinearBlockProcessNumbered"/>
    <dgm:cxn modelId="{C41B1B90-B0E9-456C-8F65-0B9D8EF6B31E}" type="presOf" srcId="{A0847ADF-328A-4899-BF0F-07C75B3C476E}" destId="{4C046DB1-ADAD-4F0E-8644-C9A35A91BEC4}" srcOrd="0" destOrd="0" presId="urn:microsoft.com/office/officeart/2016/7/layout/LinearBlockProcessNumbered"/>
    <dgm:cxn modelId="{0B1E7881-0F5A-494F-830D-70737036B221}" type="presOf" srcId="{7B9AA884-91E5-4F90-A78F-BA2FAA3F3923}" destId="{4DCD8B5E-C3FA-47D3-8DE1-E92D09E1438F}" srcOrd="1" destOrd="0" presId="urn:microsoft.com/office/officeart/2016/7/layout/LinearBlockProcessNumbered"/>
    <dgm:cxn modelId="{D0DD6BB8-3821-4EEB-8570-AE1E6FC45B3B}" type="presOf" srcId="{B12A35BB-9588-449A-B8FF-B09F4B5B1092}" destId="{D0DFB856-C9F1-45D5-BBCA-D6E32892C817}" srcOrd="0" destOrd="0" presId="urn:microsoft.com/office/officeart/2016/7/layout/LinearBlockProcessNumbered"/>
    <dgm:cxn modelId="{87A87206-E000-41F9-8571-49332B1354C5}" type="presOf" srcId="{F5D76F49-9812-42B5-8582-064A0EDF5668}" destId="{DB58542B-6DF5-41A7-9585-4914B6B34CC4}" srcOrd="0" destOrd="0" presId="urn:microsoft.com/office/officeart/2016/7/layout/LinearBlockProcessNumbered"/>
    <dgm:cxn modelId="{36E97589-5F77-4761-B2E0-87521C4F2A4A}" srcId="{B12A35BB-9588-449A-B8FF-B09F4B5B1092}" destId="{17C37080-1A5C-412F-9A50-84D45E062542}" srcOrd="1" destOrd="0" parTransId="{888B73A9-0ACE-4307-808F-38A54AF4889D}" sibTransId="{1ADA7A0C-0ED8-45C7-8C86-C6D3DDCA6890}"/>
    <dgm:cxn modelId="{A9D0546B-7DD7-4454-A5D8-6576918476D6}" type="presOf" srcId="{17C37080-1A5C-412F-9A50-84D45E062542}" destId="{462997CD-767A-4199-BF87-0600592D8577}" srcOrd="1" destOrd="0" presId="urn:microsoft.com/office/officeart/2016/7/layout/LinearBlockProcessNumbered"/>
    <dgm:cxn modelId="{C418FEA1-1326-4941-AE1D-6788D95A46FA}" type="presOf" srcId="{1ADA7A0C-0ED8-45C7-8C86-C6D3DDCA6890}" destId="{01D2EB73-4433-4DD6-9C3B-6212FA9A90B1}" srcOrd="0" destOrd="0" presId="urn:microsoft.com/office/officeart/2016/7/layout/LinearBlockProcessNumbered"/>
    <dgm:cxn modelId="{286FA5C4-1058-4CB9-BD9D-1EF250AF8402}" srcId="{B12A35BB-9588-449A-B8FF-B09F4B5B1092}" destId="{7B9AA884-91E5-4F90-A78F-BA2FAA3F3923}" srcOrd="0" destOrd="0" parTransId="{C161C14C-1A95-4711-BEB1-62C340D5A761}" sibTransId="{9C504B75-B6CF-4925-8856-6BB47ACEBCBF}"/>
    <dgm:cxn modelId="{7C9D285B-2D61-48ED-B5AF-9004CBF3CAAB}" type="presOf" srcId="{9C504B75-B6CF-4925-8856-6BB47ACEBCBF}" destId="{D951710D-7A4D-4C95-9208-93543746E554}" srcOrd="0" destOrd="0" presId="urn:microsoft.com/office/officeart/2016/7/layout/LinearBlockProcessNumbered"/>
    <dgm:cxn modelId="{C42B26AE-4DE3-44CE-B8F0-908B1DB93D03}" type="presOf" srcId="{17C37080-1A5C-412F-9A50-84D45E062542}" destId="{FF199562-C477-46AF-8985-418E7DD2978E}" srcOrd="0" destOrd="0" presId="urn:microsoft.com/office/officeart/2016/7/layout/LinearBlockProcessNumbered"/>
    <dgm:cxn modelId="{BA603A8A-EFFD-431D-889C-70D56B117B57}" type="presOf" srcId="{7B9AA884-91E5-4F90-A78F-BA2FAA3F3923}" destId="{9B3794FC-C913-4E17-A2AB-7B75457413A6}" srcOrd="0" destOrd="0" presId="urn:microsoft.com/office/officeart/2016/7/layout/LinearBlockProcessNumbered"/>
    <dgm:cxn modelId="{2882C6EE-52D2-48DB-BEDA-D4308F9593AA}" srcId="{B12A35BB-9588-449A-B8FF-B09F4B5B1092}" destId="{A0847ADF-328A-4899-BF0F-07C75B3C476E}" srcOrd="2" destOrd="0" parTransId="{E7A781EE-45FC-4AE2-9B6C-F2124A707512}" sibTransId="{F5D76F49-9812-42B5-8582-064A0EDF5668}"/>
    <dgm:cxn modelId="{5FFA90EC-64F8-4DE2-8ECC-D7D309CAF2E6}" type="presParOf" srcId="{D0DFB856-C9F1-45D5-BBCA-D6E32892C817}" destId="{688AD61C-0757-43BA-973F-EEE99E2B2154}" srcOrd="0" destOrd="0" presId="urn:microsoft.com/office/officeart/2016/7/layout/LinearBlockProcessNumbered"/>
    <dgm:cxn modelId="{42D69E0B-122B-4D70-ABCB-9899BA624CB9}" type="presParOf" srcId="{688AD61C-0757-43BA-973F-EEE99E2B2154}" destId="{9B3794FC-C913-4E17-A2AB-7B75457413A6}" srcOrd="0" destOrd="0" presId="urn:microsoft.com/office/officeart/2016/7/layout/LinearBlockProcessNumbered"/>
    <dgm:cxn modelId="{0D7F8B4B-1779-4DBB-92FD-287DC1D42188}" type="presParOf" srcId="{688AD61C-0757-43BA-973F-EEE99E2B2154}" destId="{D951710D-7A4D-4C95-9208-93543746E554}" srcOrd="1" destOrd="0" presId="urn:microsoft.com/office/officeart/2016/7/layout/LinearBlockProcessNumbered"/>
    <dgm:cxn modelId="{907535B8-CA7B-412E-A216-276BA2D17B49}" type="presParOf" srcId="{688AD61C-0757-43BA-973F-EEE99E2B2154}" destId="{4DCD8B5E-C3FA-47D3-8DE1-E92D09E1438F}" srcOrd="2" destOrd="0" presId="urn:microsoft.com/office/officeart/2016/7/layout/LinearBlockProcessNumbered"/>
    <dgm:cxn modelId="{93A277CB-29F4-4D6B-AE8A-95C91180B8BC}" type="presParOf" srcId="{D0DFB856-C9F1-45D5-BBCA-D6E32892C817}" destId="{2D3E6B9B-0EC1-4840-AA59-03ADD2F4E247}" srcOrd="1" destOrd="0" presId="urn:microsoft.com/office/officeart/2016/7/layout/LinearBlockProcessNumbered"/>
    <dgm:cxn modelId="{5DECF64D-64FD-48CC-A294-AE3AF53CAD80}" type="presParOf" srcId="{D0DFB856-C9F1-45D5-BBCA-D6E32892C817}" destId="{671E8433-8C48-4762-9776-5B8A0B47D950}" srcOrd="2" destOrd="0" presId="urn:microsoft.com/office/officeart/2016/7/layout/LinearBlockProcessNumbered"/>
    <dgm:cxn modelId="{76589005-0F20-41B1-8AE1-1DB36F5126C0}" type="presParOf" srcId="{671E8433-8C48-4762-9776-5B8A0B47D950}" destId="{FF199562-C477-46AF-8985-418E7DD2978E}" srcOrd="0" destOrd="0" presId="urn:microsoft.com/office/officeart/2016/7/layout/LinearBlockProcessNumbered"/>
    <dgm:cxn modelId="{F5A8890F-C484-4027-92F2-0A4BC5D43440}" type="presParOf" srcId="{671E8433-8C48-4762-9776-5B8A0B47D950}" destId="{01D2EB73-4433-4DD6-9C3B-6212FA9A90B1}" srcOrd="1" destOrd="0" presId="urn:microsoft.com/office/officeart/2016/7/layout/LinearBlockProcessNumbered"/>
    <dgm:cxn modelId="{379AFB0A-6025-4BB5-914E-D3CEC718998E}" type="presParOf" srcId="{671E8433-8C48-4762-9776-5B8A0B47D950}" destId="{462997CD-767A-4199-BF87-0600592D8577}" srcOrd="2" destOrd="0" presId="urn:microsoft.com/office/officeart/2016/7/layout/LinearBlockProcessNumbered"/>
    <dgm:cxn modelId="{67286DB8-CF4B-42F6-98B1-AAC133FF3B66}" type="presParOf" srcId="{D0DFB856-C9F1-45D5-BBCA-D6E32892C817}" destId="{8321A0F4-E79A-409B-88B0-0CC79F38AF57}" srcOrd="3" destOrd="0" presId="urn:microsoft.com/office/officeart/2016/7/layout/LinearBlockProcessNumbered"/>
    <dgm:cxn modelId="{FAC08DF1-778E-460A-B99F-5F452FEF4EDB}" type="presParOf" srcId="{D0DFB856-C9F1-45D5-BBCA-D6E32892C817}" destId="{9883B749-E5A6-478D-80C5-1705C2B1DF41}" srcOrd="4" destOrd="0" presId="urn:microsoft.com/office/officeart/2016/7/layout/LinearBlockProcessNumbered"/>
    <dgm:cxn modelId="{76741ED2-6B6E-484B-867C-1A5AB6403EF2}" type="presParOf" srcId="{9883B749-E5A6-478D-80C5-1705C2B1DF41}" destId="{4C046DB1-ADAD-4F0E-8644-C9A35A91BEC4}" srcOrd="0" destOrd="0" presId="urn:microsoft.com/office/officeart/2016/7/layout/LinearBlockProcessNumbered"/>
    <dgm:cxn modelId="{3B7255BC-B9FC-4779-B0AE-11BBF2778C50}" type="presParOf" srcId="{9883B749-E5A6-478D-80C5-1705C2B1DF41}" destId="{DB58542B-6DF5-41A7-9585-4914B6B34CC4}" srcOrd="1" destOrd="0" presId="urn:microsoft.com/office/officeart/2016/7/layout/LinearBlockProcessNumbered"/>
    <dgm:cxn modelId="{13E76F0A-CD02-4454-A4A5-CD9774A5227B}" type="presParOf" srcId="{9883B749-E5A6-478D-80C5-1705C2B1DF41}" destId="{292AFCA3-B992-480C-92B1-F7A508586F85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2827B8B-C18A-4AEA-BCE7-E937C1D69F7D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C0218F9-0337-49D1-86E1-2A0B676487C4}">
      <dgm:prSet/>
      <dgm:spPr/>
      <dgm:t>
        <a:bodyPr/>
        <a:lstStyle/>
        <a:p>
          <a:r>
            <a:rPr lang="en-US" b="1" i="0" baseline="0"/>
            <a:t>Problem:</a:t>
          </a:r>
          <a:r>
            <a:rPr lang="en-US" b="0" i="0" baseline="0"/>
            <a:t/>
          </a:r>
          <a:br>
            <a:rPr lang="en-US" b="0" i="0" baseline="0"/>
          </a:br>
          <a:r>
            <a:rPr lang="en-US" b="0" i="0" baseline="0"/>
            <a:t>Predicting the </a:t>
          </a:r>
          <a:r>
            <a:rPr lang="en-US" b="1" i="0" baseline="0"/>
            <a:t>Unemployment Rate</a:t>
          </a:r>
          <a:r>
            <a:rPr lang="en-US" b="0" i="0" baseline="0"/>
            <a:t> using economic indicators from FRED, including:</a:t>
          </a:r>
          <a:endParaRPr lang="en-US"/>
        </a:p>
      </dgm:t>
    </dgm:pt>
    <dgm:pt modelId="{5B4C6378-33E0-440F-ACF5-6A0542CC0F07}" type="parTrans" cxnId="{3CCB7185-218A-4FBB-A6C9-F2A6FA4F3B33}">
      <dgm:prSet/>
      <dgm:spPr/>
      <dgm:t>
        <a:bodyPr/>
        <a:lstStyle/>
        <a:p>
          <a:endParaRPr lang="en-US"/>
        </a:p>
      </dgm:t>
    </dgm:pt>
    <dgm:pt modelId="{9EA79C52-B8BE-41A0-9CFF-F5AACC7A5D00}" type="sibTrans" cxnId="{3CCB7185-218A-4FBB-A6C9-F2A6FA4F3B33}">
      <dgm:prSet/>
      <dgm:spPr/>
      <dgm:t>
        <a:bodyPr/>
        <a:lstStyle/>
        <a:p>
          <a:endParaRPr lang="en-US"/>
        </a:p>
      </dgm:t>
    </dgm:pt>
    <dgm:pt modelId="{8EBCE323-ADCB-4E0D-B9AD-0F8DBE82639F}">
      <dgm:prSet/>
      <dgm:spPr/>
      <dgm:t>
        <a:bodyPr/>
        <a:lstStyle/>
        <a:p>
          <a:r>
            <a:rPr lang="en-US" b="0" i="0" baseline="0"/>
            <a:t>Consumer Price Index (CPI)</a:t>
          </a:r>
          <a:endParaRPr lang="en-US"/>
        </a:p>
      </dgm:t>
    </dgm:pt>
    <dgm:pt modelId="{71BC2261-7CC9-424B-87D6-C6085E217901}" type="parTrans" cxnId="{853CBC21-475A-4F3B-A0BF-E8996DCE9C1B}">
      <dgm:prSet/>
      <dgm:spPr/>
      <dgm:t>
        <a:bodyPr/>
        <a:lstStyle/>
        <a:p>
          <a:endParaRPr lang="en-US"/>
        </a:p>
      </dgm:t>
    </dgm:pt>
    <dgm:pt modelId="{DB31B9B2-8010-46DC-9F7F-98131A0BEC2E}" type="sibTrans" cxnId="{853CBC21-475A-4F3B-A0BF-E8996DCE9C1B}">
      <dgm:prSet/>
      <dgm:spPr/>
      <dgm:t>
        <a:bodyPr/>
        <a:lstStyle/>
        <a:p>
          <a:endParaRPr lang="en-US"/>
        </a:p>
      </dgm:t>
    </dgm:pt>
    <dgm:pt modelId="{C138725F-24F5-490A-B4BC-B8A7C43A498A}">
      <dgm:prSet/>
      <dgm:spPr/>
      <dgm:t>
        <a:bodyPr/>
        <a:lstStyle/>
        <a:p>
          <a:r>
            <a:rPr lang="en-US" b="0" i="0" baseline="0"/>
            <a:t>Federal Funds Rate</a:t>
          </a:r>
          <a:endParaRPr lang="en-US"/>
        </a:p>
      </dgm:t>
    </dgm:pt>
    <dgm:pt modelId="{5061EAC4-CA94-489F-B913-E23628C258E1}" type="parTrans" cxnId="{72C140FC-D85C-407E-BF96-7EBFC248FBAC}">
      <dgm:prSet/>
      <dgm:spPr/>
      <dgm:t>
        <a:bodyPr/>
        <a:lstStyle/>
        <a:p>
          <a:endParaRPr lang="en-US"/>
        </a:p>
      </dgm:t>
    </dgm:pt>
    <dgm:pt modelId="{E5A3412D-1B94-4218-A21B-C22A176BBBCA}" type="sibTrans" cxnId="{72C140FC-D85C-407E-BF96-7EBFC248FBAC}">
      <dgm:prSet/>
      <dgm:spPr/>
      <dgm:t>
        <a:bodyPr/>
        <a:lstStyle/>
        <a:p>
          <a:endParaRPr lang="en-US"/>
        </a:p>
      </dgm:t>
    </dgm:pt>
    <dgm:pt modelId="{E6F8F166-627F-431A-8BCE-2FFFB11F740B}">
      <dgm:prSet/>
      <dgm:spPr/>
      <dgm:t>
        <a:bodyPr/>
        <a:lstStyle/>
        <a:p>
          <a:r>
            <a:rPr lang="en-US" b="0" i="0" baseline="0"/>
            <a:t>Personal Consumption Expenditures (PCE)</a:t>
          </a:r>
          <a:endParaRPr lang="en-US"/>
        </a:p>
      </dgm:t>
    </dgm:pt>
    <dgm:pt modelId="{4862A89E-FE65-4D99-ACF5-BEC121E5456A}" type="parTrans" cxnId="{9CDA49FA-586B-4587-8820-9FC9D9E93D7E}">
      <dgm:prSet/>
      <dgm:spPr/>
      <dgm:t>
        <a:bodyPr/>
        <a:lstStyle/>
        <a:p>
          <a:endParaRPr lang="en-US"/>
        </a:p>
      </dgm:t>
    </dgm:pt>
    <dgm:pt modelId="{ACB86604-E26F-4DEC-9805-C9A90D245B43}" type="sibTrans" cxnId="{9CDA49FA-586B-4587-8820-9FC9D9E93D7E}">
      <dgm:prSet/>
      <dgm:spPr/>
      <dgm:t>
        <a:bodyPr/>
        <a:lstStyle/>
        <a:p>
          <a:endParaRPr lang="en-US"/>
        </a:p>
      </dgm:t>
    </dgm:pt>
    <dgm:pt modelId="{AEAE0D92-09DD-4BB9-917C-37DC31310D36}">
      <dgm:prSet/>
      <dgm:spPr/>
      <dgm:t>
        <a:bodyPr/>
        <a:lstStyle/>
        <a:p>
          <a:r>
            <a:rPr lang="en-US" b="0" i="0" baseline="0"/>
            <a:t>Real Disposable Personal Income</a:t>
          </a:r>
          <a:endParaRPr lang="en-US"/>
        </a:p>
      </dgm:t>
    </dgm:pt>
    <dgm:pt modelId="{A0066B4C-ADCA-406B-A7F6-35B14947B427}" type="parTrans" cxnId="{07F2AD4C-C69D-42AB-9C66-AC5EE8554DF8}">
      <dgm:prSet/>
      <dgm:spPr/>
      <dgm:t>
        <a:bodyPr/>
        <a:lstStyle/>
        <a:p>
          <a:endParaRPr lang="en-US"/>
        </a:p>
      </dgm:t>
    </dgm:pt>
    <dgm:pt modelId="{ED787732-BB31-4530-B084-7A1C5E634F71}" type="sibTrans" cxnId="{07F2AD4C-C69D-42AB-9C66-AC5EE8554DF8}">
      <dgm:prSet/>
      <dgm:spPr/>
      <dgm:t>
        <a:bodyPr/>
        <a:lstStyle/>
        <a:p>
          <a:endParaRPr lang="en-US"/>
        </a:p>
      </dgm:t>
    </dgm:pt>
    <dgm:pt modelId="{47DCCC80-1251-48E6-B0D0-89FE810C3480}">
      <dgm:prSet/>
      <dgm:spPr/>
      <dgm:t>
        <a:bodyPr/>
        <a:lstStyle/>
        <a:p>
          <a:r>
            <a:rPr lang="en-US" b="0" i="0" baseline="0"/>
            <a:t>Retail Sales</a:t>
          </a:r>
          <a:endParaRPr lang="en-US"/>
        </a:p>
      </dgm:t>
    </dgm:pt>
    <dgm:pt modelId="{08B7CF2D-33E0-4EDE-98A0-85B3A1DCDF9B}" type="parTrans" cxnId="{F9774A83-6098-4319-983E-D4FC7896FA91}">
      <dgm:prSet/>
      <dgm:spPr/>
      <dgm:t>
        <a:bodyPr/>
        <a:lstStyle/>
        <a:p>
          <a:endParaRPr lang="en-US"/>
        </a:p>
      </dgm:t>
    </dgm:pt>
    <dgm:pt modelId="{E360340B-3D86-483F-9247-B42C25AA9BA7}" type="sibTrans" cxnId="{F9774A83-6098-4319-983E-D4FC7896FA91}">
      <dgm:prSet/>
      <dgm:spPr/>
      <dgm:t>
        <a:bodyPr/>
        <a:lstStyle/>
        <a:p>
          <a:endParaRPr lang="en-US"/>
        </a:p>
      </dgm:t>
    </dgm:pt>
    <dgm:pt modelId="{BC7AE7F6-158F-4749-8540-A07952C6B48E}">
      <dgm:prSet/>
      <dgm:spPr/>
      <dgm:t>
        <a:bodyPr/>
        <a:lstStyle/>
        <a:p>
          <a:r>
            <a:rPr lang="en-US" b="1" i="0" baseline="0"/>
            <a:t>Model Used:</a:t>
          </a:r>
          <a:endParaRPr lang="en-US"/>
        </a:p>
      </dgm:t>
    </dgm:pt>
    <dgm:pt modelId="{03F126CC-D836-427B-99B5-A83C121B717B}" type="parTrans" cxnId="{29B7ED7C-0C57-468A-AAFE-3FE0B3856256}">
      <dgm:prSet/>
      <dgm:spPr/>
      <dgm:t>
        <a:bodyPr/>
        <a:lstStyle/>
        <a:p>
          <a:endParaRPr lang="en-US"/>
        </a:p>
      </dgm:t>
    </dgm:pt>
    <dgm:pt modelId="{AF4D1B78-3492-447E-90F4-7BB720397597}" type="sibTrans" cxnId="{29B7ED7C-0C57-468A-AAFE-3FE0B3856256}">
      <dgm:prSet/>
      <dgm:spPr/>
      <dgm:t>
        <a:bodyPr/>
        <a:lstStyle/>
        <a:p>
          <a:endParaRPr lang="en-US"/>
        </a:p>
      </dgm:t>
    </dgm:pt>
    <dgm:pt modelId="{55F89F7D-99F2-4253-B8F4-9DD186232642}">
      <dgm:prSet/>
      <dgm:spPr/>
      <dgm:t>
        <a:bodyPr/>
        <a:lstStyle/>
        <a:p>
          <a:r>
            <a:rPr lang="en-US" b="1" i="0" baseline="0"/>
            <a:t>Random Forest Regressor</a:t>
          </a:r>
          <a:endParaRPr lang="en-US"/>
        </a:p>
      </dgm:t>
    </dgm:pt>
    <dgm:pt modelId="{ADACC040-4BBD-4416-A4DD-9876E3FBB487}" type="parTrans" cxnId="{F941DE8C-F57A-4FD5-BF79-40709C0F816A}">
      <dgm:prSet/>
      <dgm:spPr/>
      <dgm:t>
        <a:bodyPr/>
        <a:lstStyle/>
        <a:p>
          <a:endParaRPr lang="en-US"/>
        </a:p>
      </dgm:t>
    </dgm:pt>
    <dgm:pt modelId="{B8C6A333-62B0-446A-9A85-0BEC651C85D2}" type="sibTrans" cxnId="{F941DE8C-F57A-4FD5-BF79-40709C0F816A}">
      <dgm:prSet/>
      <dgm:spPr/>
      <dgm:t>
        <a:bodyPr/>
        <a:lstStyle/>
        <a:p>
          <a:endParaRPr lang="en-US"/>
        </a:p>
      </dgm:t>
    </dgm:pt>
    <dgm:pt modelId="{A62E5A1E-3838-42C6-A2C4-FCCC754DA094}">
      <dgm:prSet/>
      <dgm:spPr/>
      <dgm:t>
        <a:bodyPr/>
        <a:lstStyle/>
        <a:p>
          <a:r>
            <a:rPr lang="en-US" b="1" i="0" baseline="0"/>
            <a:t>Objective:</a:t>
          </a:r>
          <a:r>
            <a:rPr lang="en-US" b="0" i="0" baseline="0"/>
            <a:t/>
          </a:r>
          <a:br>
            <a:rPr lang="en-US" b="0" i="0" baseline="0"/>
          </a:br>
          <a:r>
            <a:rPr lang="en-US" b="0" i="0" baseline="0"/>
            <a:t>Build an accurate predictive model and interpret it using XAI (Explainable AI) techniques.</a:t>
          </a:r>
          <a:endParaRPr lang="en-US"/>
        </a:p>
      </dgm:t>
    </dgm:pt>
    <dgm:pt modelId="{3D51AC4D-30BB-42AD-A882-CD3ACE305FCF}" type="parTrans" cxnId="{AA24BA03-0049-45D8-AC3C-DBF206151669}">
      <dgm:prSet/>
      <dgm:spPr/>
      <dgm:t>
        <a:bodyPr/>
        <a:lstStyle/>
        <a:p>
          <a:endParaRPr lang="en-US"/>
        </a:p>
      </dgm:t>
    </dgm:pt>
    <dgm:pt modelId="{FF160ACE-876E-43BE-AFB6-33AA535FC09D}" type="sibTrans" cxnId="{AA24BA03-0049-45D8-AC3C-DBF206151669}">
      <dgm:prSet/>
      <dgm:spPr/>
      <dgm:t>
        <a:bodyPr/>
        <a:lstStyle/>
        <a:p>
          <a:endParaRPr lang="en-US"/>
        </a:p>
      </dgm:t>
    </dgm:pt>
    <dgm:pt modelId="{E803C874-7756-4715-B43B-5FBED3D3A2D1}" type="pres">
      <dgm:prSet presAssocID="{F2827B8B-C18A-4AEA-BCE7-E937C1D69F7D}" presName="Name0" presStyleCnt="0">
        <dgm:presLayoutVars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2A0C6223-04AC-470B-8CA8-973BA6E71CD6}" type="pres">
      <dgm:prSet presAssocID="{1C0218F9-0337-49D1-86E1-2A0B676487C4}" presName="compNode" presStyleCnt="0"/>
      <dgm:spPr/>
    </dgm:pt>
    <dgm:pt modelId="{67D30527-DDC5-4A49-84B7-9F28195587D2}" type="pres">
      <dgm:prSet presAssocID="{1C0218F9-0337-49D1-86E1-2A0B676487C4}" presName="dummyConnPt" presStyleCnt="0"/>
      <dgm:spPr/>
    </dgm:pt>
    <dgm:pt modelId="{8CCD37AF-57CF-4C82-B305-5FCA6DE0A123}" type="pres">
      <dgm:prSet presAssocID="{1C0218F9-0337-49D1-86E1-2A0B676487C4}" presName="node" presStyleLbl="node1" presStyleIdx="0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F6113E-87FE-4090-BE6E-CAF6776B6A8C}" type="pres">
      <dgm:prSet presAssocID="{9EA79C52-B8BE-41A0-9CFF-F5AACC7A5D00}" presName="sibTrans" presStyleLbl="bgSibTrans2D1" presStyleIdx="0" presStyleCnt="8"/>
      <dgm:spPr/>
      <dgm:t>
        <a:bodyPr/>
        <a:lstStyle/>
        <a:p>
          <a:endParaRPr lang="en-US"/>
        </a:p>
      </dgm:t>
    </dgm:pt>
    <dgm:pt modelId="{04401515-22B5-4A6D-9FA1-E4DBBCF86526}" type="pres">
      <dgm:prSet presAssocID="{8EBCE323-ADCB-4E0D-B9AD-0F8DBE82639F}" presName="compNode" presStyleCnt="0"/>
      <dgm:spPr/>
    </dgm:pt>
    <dgm:pt modelId="{D2D9D7AB-93CD-416D-8B91-D6A0167DF21A}" type="pres">
      <dgm:prSet presAssocID="{8EBCE323-ADCB-4E0D-B9AD-0F8DBE82639F}" presName="dummyConnPt" presStyleCnt="0"/>
      <dgm:spPr/>
    </dgm:pt>
    <dgm:pt modelId="{4D0943FF-D60E-46CB-AAA3-52AE038458DA}" type="pres">
      <dgm:prSet presAssocID="{8EBCE323-ADCB-4E0D-B9AD-0F8DBE82639F}" presName="node" presStyleLbl="node1" presStyleIdx="1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DEDD2BA-DECC-4161-8356-E2F59E183BBA}" type="pres">
      <dgm:prSet presAssocID="{DB31B9B2-8010-46DC-9F7F-98131A0BEC2E}" presName="sibTrans" presStyleLbl="bgSibTrans2D1" presStyleIdx="1" presStyleCnt="8"/>
      <dgm:spPr/>
      <dgm:t>
        <a:bodyPr/>
        <a:lstStyle/>
        <a:p>
          <a:endParaRPr lang="en-US"/>
        </a:p>
      </dgm:t>
    </dgm:pt>
    <dgm:pt modelId="{391441AA-D296-4A0F-A8FF-98F56CD5EEB6}" type="pres">
      <dgm:prSet presAssocID="{C138725F-24F5-490A-B4BC-B8A7C43A498A}" presName="compNode" presStyleCnt="0"/>
      <dgm:spPr/>
    </dgm:pt>
    <dgm:pt modelId="{EC9F3244-133F-4AE2-9E5A-F685E07C0CA0}" type="pres">
      <dgm:prSet presAssocID="{C138725F-24F5-490A-B4BC-B8A7C43A498A}" presName="dummyConnPt" presStyleCnt="0"/>
      <dgm:spPr/>
    </dgm:pt>
    <dgm:pt modelId="{7A62D11D-5807-48A1-91F3-9C37436A00DF}" type="pres">
      <dgm:prSet presAssocID="{C138725F-24F5-490A-B4BC-B8A7C43A498A}" presName="node" presStyleLbl="node1" presStyleIdx="2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C24C5B-E7E5-44F0-BFAF-929F3317D5C7}" type="pres">
      <dgm:prSet presAssocID="{E5A3412D-1B94-4218-A21B-C22A176BBBCA}" presName="sibTrans" presStyleLbl="bgSibTrans2D1" presStyleIdx="2" presStyleCnt="8"/>
      <dgm:spPr/>
      <dgm:t>
        <a:bodyPr/>
        <a:lstStyle/>
        <a:p>
          <a:endParaRPr lang="en-US"/>
        </a:p>
      </dgm:t>
    </dgm:pt>
    <dgm:pt modelId="{AE17F020-681B-4012-B305-8251AD75CAEF}" type="pres">
      <dgm:prSet presAssocID="{E6F8F166-627F-431A-8BCE-2FFFB11F740B}" presName="compNode" presStyleCnt="0"/>
      <dgm:spPr/>
    </dgm:pt>
    <dgm:pt modelId="{02751787-28E2-41B6-9C45-82ED605BD124}" type="pres">
      <dgm:prSet presAssocID="{E6F8F166-627F-431A-8BCE-2FFFB11F740B}" presName="dummyConnPt" presStyleCnt="0"/>
      <dgm:spPr/>
    </dgm:pt>
    <dgm:pt modelId="{55A24A5C-CD6F-4CA1-B796-FB492D0576FE}" type="pres">
      <dgm:prSet presAssocID="{E6F8F166-627F-431A-8BCE-2FFFB11F740B}" presName="node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FE4D28-BFCB-4904-A890-17BD04D026A8}" type="pres">
      <dgm:prSet presAssocID="{ACB86604-E26F-4DEC-9805-C9A90D245B43}" presName="sibTrans" presStyleLbl="bgSibTrans2D1" presStyleIdx="3" presStyleCnt="8"/>
      <dgm:spPr/>
      <dgm:t>
        <a:bodyPr/>
        <a:lstStyle/>
        <a:p>
          <a:endParaRPr lang="en-US"/>
        </a:p>
      </dgm:t>
    </dgm:pt>
    <dgm:pt modelId="{77283F6C-1C17-4BFF-A4AC-4A76CA0CC48C}" type="pres">
      <dgm:prSet presAssocID="{AEAE0D92-09DD-4BB9-917C-37DC31310D36}" presName="compNode" presStyleCnt="0"/>
      <dgm:spPr/>
    </dgm:pt>
    <dgm:pt modelId="{BE73A93A-85CD-4ECC-B5FB-BA962CAB120B}" type="pres">
      <dgm:prSet presAssocID="{AEAE0D92-09DD-4BB9-917C-37DC31310D36}" presName="dummyConnPt" presStyleCnt="0"/>
      <dgm:spPr/>
    </dgm:pt>
    <dgm:pt modelId="{11B08AF6-9103-4B27-9B99-6796708314D8}" type="pres">
      <dgm:prSet presAssocID="{AEAE0D92-09DD-4BB9-917C-37DC31310D36}" presName="node" presStyleLbl="node1" presStyleIdx="4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A8F0E1-9AEE-4732-ADA2-97FE87BE2F66}" type="pres">
      <dgm:prSet presAssocID="{ED787732-BB31-4530-B084-7A1C5E634F71}" presName="sibTrans" presStyleLbl="bgSibTrans2D1" presStyleIdx="4" presStyleCnt="8"/>
      <dgm:spPr/>
      <dgm:t>
        <a:bodyPr/>
        <a:lstStyle/>
        <a:p>
          <a:endParaRPr lang="en-US"/>
        </a:p>
      </dgm:t>
    </dgm:pt>
    <dgm:pt modelId="{BA8477ED-BCCB-4817-911A-89ED264FF8A8}" type="pres">
      <dgm:prSet presAssocID="{47DCCC80-1251-48E6-B0D0-89FE810C3480}" presName="compNode" presStyleCnt="0"/>
      <dgm:spPr/>
    </dgm:pt>
    <dgm:pt modelId="{DAC7C87E-CF6C-4826-8D4B-8B106DBA1E6D}" type="pres">
      <dgm:prSet presAssocID="{47DCCC80-1251-48E6-B0D0-89FE810C3480}" presName="dummyConnPt" presStyleCnt="0"/>
      <dgm:spPr/>
    </dgm:pt>
    <dgm:pt modelId="{F4A353C0-559A-45F2-AAB5-250B99BC92F6}" type="pres">
      <dgm:prSet presAssocID="{47DCCC80-1251-48E6-B0D0-89FE810C3480}" presName="node" presStyleLbl="node1" presStyleIdx="5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37CB6FD-B825-4F03-BBA5-C67122B3EAA0}" type="pres">
      <dgm:prSet presAssocID="{E360340B-3D86-483F-9247-B42C25AA9BA7}" presName="sibTrans" presStyleLbl="bgSibTrans2D1" presStyleIdx="5" presStyleCnt="8"/>
      <dgm:spPr/>
      <dgm:t>
        <a:bodyPr/>
        <a:lstStyle/>
        <a:p>
          <a:endParaRPr lang="en-US"/>
        </a:p>
      </dgm:t>
    </dgm:pt>
    <dgm:pt modelId="{8E770DED-8417-4DC9-864E-66631AE9AB46}" type="pres">
      <dgm:prSet presAssocID="{BC7AE7F6-158F-4749-8540-A07952C6B48E}" presName="compNode" presStyleCnt="0"/>
      <dgm:spPr/>
    </dgm:pt>
    <dgm:pt modelId="{4A0145D7-E229-4119-A764-B77DDB29846A}" type="pres">
      <dgm:prSet presAssocID="{BC7AE7F6-158F-4749-8540-A07952C6B48E}" presName="dummyConnPt" presStyleCnt="0"/>
      <dgm:spPr/>
    </dgm:pt>
    <dgm:pt modelId="{472C6447-DD53-4E20-8C0E-2221AB0AEBE2}" type="pres">
      <dgm:prSet presAssocID="{BC7AE7F6-158F-4749-8540-A07952C6B48E}" presName="node" presStyleLbl="node1" presStyleIdx="6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F56A8C-A19E-4C18-887D-D18D6160A551}" type="pres">
      <dgm:prSet presAssocID="{AF4D1B78-3492-447E-90F4-7BB720397597}" presName="sibTrans" presStyleLbl="bgSibTrans2D1" presStyleIdx="6" presStyleCnt="8"/>
      <dgm:spPr/>
      <dgm:t>
        <a:bodyPr/>
        <a:lstStyle/>
        <a:p>
          <a:endParaRPr lang="en-US"/>
        </a:p>
      </dgm:t>
    </dgm:pt>
    <dgm:pt modelId="{B2B179EC-51BC-4F01-ACB6-1DEBF069C55A}" type="pres">
      <dgm:prSet presAssocID="{55F89F7D-99F2-4253-B8F4-9DD186232642}" presName="compNode" presStyleCnt="0"/>
      <dgm:spPr/>
    </dgm:pt>
    <dgm:pt modelId="{6FA1D44B-26F5-4982-9616-AFBA4A084C73}" type="pres">
      <dgm:prSet presAssocID="{55F89F7D-99F2-4253-B8F4-9DD186232642}" presName="dummyConnPt" presStyleCnt="0"/>
      <dgm:spPr/>
    </dgm:pt>
    <dgm:pt modelId="{34566227-58F4-4B6A-BBB8-1DC2C621DEE9}" type="pres">
      <dgm:prSet presAssocID="{55F89F7D-99F2-4253-B8F4-9DD186232642}" presName="node" presStyleLbl="node1" presStyleIdx="7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B0B4F9-6EA1-457B-8108-988895AA2E1D}" type="pres">
      <dgm:prSet presAssocID="{B8C6A333-62B0-446A-9A85-0BEC651C85D2}" presName="sibTrans" presStyleLbl="bgSibTrans2D1" presStyleIdx="7" presStyleCnt="8"/>
      <dgm:spPr/>
      <dgm:t>
        <a:bodyPr/>
        <a:lstStyle/>
        <a:p>
          <a:endParaRPr lang="en-US"/>
        </a:p>
      </dgm:t>
    </dgm:pt>
    <dgm:pt modelId="{8B32F075-F520-4DA2-BACB-FAD5E10267B2}" type="pres">
      <dgm:prSet presAssocID="{A62E5A1E-3838-42C6-A2C4-FCCC754DA094}" presName="compNode" presStyleCnt="0"/>
      <dgm:spPr/>
    </dgm:pt>
    <dgm:pt modelId="{628B416F-E069-4CB4-8510-BE1FC1477067}" type="pres">
      <dgm:prSet presAssocID="{A62E5A1E-3838-42C6-A2C4-FCCC754DA094}" presName="dummyConnPt" presStyleCnt="0"/>
      <dgm:spPr/>
    </dgm:pt>
    <dgm:pt modelId="{AA361A45-2B46-4EE5-8FC2-EF95B9483F5F}" type="pres">
      <dgm:prSet presAssocID="{A62E5A1E-3838-42C6-A2C4-FCCC754DA094}" presName="node" presStyleLbl="node1" presStyleIdx="8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5B98E4F-902E-44F0-B480-CF0184F46907}" type="presOf" srcId="{AEAE0D92-09DD-4BB9-917C-37DC31310D36}" destId="{11B08AF6-9103-4B27-9B99-6796708314D8}" srcOrd="0" destOrd="0" presId="urn:microsoft.com/office/officeart/2005/8/layout/bProcess4"/>
    <dgm:cxn modelId="{B2FF5370-F1FC-4193-917D-9F50EA7058A2}" type="presOf" srcId="{F2827B8B-C18A-4AEA-BCE7-E937C1D69F7D}" destId="{E803C874-7756-4715-B43B-5FBED3D3A2D1}" srcOrd="0" destOrd="0" presId="urn:microsoft.com/office/officeart/2005/8/layout/bProcess4"/>
    <dgm:cxn modelId="{AB14F50B-B888-4C6E-BFB9-2B0FFFDA66BC}" type="presOf" srcId="{1C0218F9-0337-49D1-86E1-2A0B676487C4}" destId="{8CCD37AF-57CF-4C82-B305-5FCA6DE0A123}" srcOrd="0" destOrd="0" presId="urn:microsoft.com/office/officeart/2005/8/layout/bProcess4"/>
    <dgm:cxn modelId="{AA24BA03-0049-45D8-AC3C-DBF206151669}" srcId="{F2827B8B-C18A-4AEA-BCE7-E937C1D69F7D}" destId="{A62E5A1E-3838-42C6-A2C4-FCCC754DA094}" srcOrd="8" destOrd="0" parTransId="{3D51AC4D-30BB-42AD-A882-CD3ACE305FCF}" sibTransId="{FF160ACE-876E-43BE-AFB6-33AA535FC09D}"/>
    <dgm:cxn modelId="{F9774A83-6098-4319-983E-D4FC7896FA91}" srcId="{F2827B8B-C18A-4AEA-BCE7-E937C1D69F7D}" destId="{47DCCC80-1251-48E6-B0D0-89FE810C3480}" srcOrd="5" destOrd="0" parTransId="{08B7CF2D-33E0-4EDE-98A0-85B3A1DCDF9B}" sibTransId="{E360340B-3D86-483F-9247-B42C25AA9BA7}"/>
    <dgm:cxn modelId="{195FA842-45BF-439F-ACCE-C4D452931A68}" type="presOf" srcId="{E5A3412D-1B94-4218-A21B-C22A176BBBCA}" destId="{F3C24C5B-E7E5-44F0-BFAF-929F3317D5C7}" srcOrd="0" destOrd="0" presId="urn:microsoft.com/office/officeart/2005/8/layout/bProcess4"/>
    <dgm:cxn modelId="{C1ACA517-D82F-4E9C-B17C-184E71FB79FA}" type="presOf" srcId="{47DCCC80-1251-48E6-B0D0-89FE810C3480}" destId="{F4A353C0-559A-45F2-AAB5-250B99BC92F6}" srcOrd="0" destOrd="0" presId="urn:microsoft.com/office/officeart/2005/8/layout/bProcess4"/>
    <dgm:cxn modelId="{9CDA49FA-586B-4587-8820-9FC9D9E93D7E}" srcId="{F2827B8B-C18A-4AEA-BCE7-E937C1D69F7D}" destId="{E6F8F166-627F-431A-8BCE-2FFFB11F740B}" srcOrd="3" destOrd="0" parTransId="{4862A89E-FE65-4D99-ACF5-BEC121E5456A}" sibTransId="{ACB86604-E26F-4DEC-9805-C9A90D245B43}"/>
    <dgm:cxn modelId="{66F5D3CF-3B8D-4F93-AF31-34E9624338CE}" type="presOf" srcId="{ACB86604-E26F-4DEC-9805-C9A90D245B43}" destId="{E0FE4D28-BFCB-4904-A890-17BD04D026A8}" srcOrd="0" destOrd="0" presId="urn:microsoft.com/office/officeart/2005/8/layout/bProcess4"/>
    <dgm:cxn modelId="{9BD9A8CB-8007-4FF1-A218-C53E7D54293A}" type="presOf" srcId="{A62E5A1E-3838-42C6-A2C4-FCCC754DA094}" destId="{AA361A45-2B46-4EE5-8FC2-EF95B9483F5F}" srcOrd="0" destOrd="0" presId="urn:microsoft.com/office/officeart/2005/8/layout/bProcess4"/>
    <dgm:cxn modelId="{785A2747-9E68-45E8-BBAF-D31D4B80A0C3}" type="presOf" srcId="{AF4D1B78-3492-447E-90F4-7BB720397597}" destId="{32F56A8C-A19E-4C18-887D-D18D6160A551}" srcOrd="0" destOrd="0" presId="urn:microsoft.com/office/officeart/2005/8/layout/bProcess4"/>
    <dgm:cxn modelId="{29B7ED7C-0C57-468A-AAFE-3FE0B3856256}" srcId="{F2827B8B-C18A-4AEA-BCE7-E937C1D69F7D}" destId="{BC7AE7F6-158F-4749-8540-A07952C6B48E}" srcOrd="6" destOrd="0" parTransId="{03F126CC-D836-427B-99B5-A83C121B717B}" sibTransId="{AF4D1B78-3492-447E-90F4-7BB720397597}"/>
    <dgm:cxn modelId="{853CBC21-475A-4F3B-A0BF-E8996DCE9C1B}" srcId="{F2827B8B-C18A-4AEA-BCE7-E937C1D69F7D}" destId="{8EBCE323-ADCB-4E0D-B9AD-0F8DBE82639F}" srcOrd="1" destOrd="0" parTransId="{71BC2261-7CC9-424B-87D6-C6085E217901}" sibTransId="{DB31B9B2-8010-46DC-9F7F-98131A0BEC2E}"/>
    <dgm:cxn modelId="{AC7D60FF-53A0-4075-B904-05E986D4D041}" type="presOf" srcId="{C138725F-24F5-490A-B4BC-B8A7C43A498A}" destId="{7A62D11D-5807-48A1-91F3-9C37436A00DF}" srcOrd="0" destOrd="0" presId="urn:microsoft.com/office/officeart/2005/8/layout/bProcess4"/>
    <dgm:cxn modelId="{6E45BFDE-A207-4E5A-8290-6765E7D484D3}" type="presOf" srcId="{B8C6A333-62B0-446A-9A85-0BEC651C85D2}" destId="{4EB0B4F9-6EA1-457B-8108-988895AA2E1D}" srcOrd="0" destOrd="0" presId="urn:microsoft.com/office/officeart/2005/8/layout/bProcess4"/>
    <dgm:cxn modelId="{F941DE8C-F57A-4FD5-BF79-40709C0F816A}" srcId="{F2827B8B-C18A-4AEA-BCE7-E937C1D69F7D}" destId="{55F89F7D-99F2-4253-B8F4-9DD186232642}" srcOrd="7" destOrd="0" parTransId="{ADACC040-4BBD-4416-A4DD-9876E3FBB487}" sibTransId="{B8C6A333-62B0-446A-9A85-0BEC651C85D2}"/>
    <dgm:cxn modelId="{72C140FC-D85C-407E-BF96-7EBFC248FBAC}" srcId="{F2827B8B-C18A-4AEA-BCE7-E937C1D69F7D}" destId="{C138725F-24F5-490A-B4BC-B8A7C43A498A}" srcOrd="2" destOrd="0" parTransId="{5061EAC4-CA94-489F-B913-E23628C258E1}" sibTransId="{E5A3412D-1B94-4218-A21B-C22A176BBBCA}"/>
    <dgm:cxn modelId="{07F2AD4C-C69D-42AB-9C66-AC5EE8554DF8}" srcId="{F2827B8B-C18A-4AEA-BCE7-E937C1D69F7D}" destId="{AEAE0D92-09DD-4BB9-917C-37DC31310D36}" srcOrd="4" destOrd="0" parTransId="{A0066B4C-ADCA-406B-A7F6-35B14947B427}" sibTransId="{ED787732-BB31-4530-B084-7A1C5E634F71}"/>
    <dgm:cxn modelId="{3E30868B-ADF5-468A-B355-8CEC962D6350}" type="presOf" srcId="{E360340B-3D86-483F-9247-B42C25AA9BA7}" destId="{237CB6FD-B825-4F03-BBA5-C67122B3EAA0}" srcOrd="0" destOrd="0" presId="urn:microsoft.com/office/officeart/2005/8/layout/bProcess4"/>
    <dgm:cxn modelId="{D73F63B5-82CF-4537-92E0-424FD58F3C40}" type="presOf" srcId="{E6F8F166-627F-431A-8BCE-2FFFB11F740B}" destId="{55A24A5C-CD6F-4CA1-B796-FB492D0576FE}" srcOrd="0" destOrd="0" presId="urn:microsoft.com/office/officeart/2005/8/layout/bProcess4"/>
    <dgm:cxn modelId="{16A36580-DA4E-40F1-B289-A2726026767A}" type="presOf" srcId="{DB31B9B2-8010-46DC-9F7F-98131A0BEC2E}" destId="{FDEDD2BA-DECC-4161-8356-E2F59E183BBA}" srcOrd="0" destOrd="0" presId="urn:microsoft.com/office/officeart/2005/8/layout/bProcess4"/>
    <dgm:cxn modelId="{CC19C53A-729B-4B97-B781-5EC54A0AB930}" type="presOf" srcId="{BC7AE7F6-158F-4749-8540-A07952C6B48E}" destId="{472C6447-DD53-4E20-8C0E-2221AB0AEBE2}" srcOrd="0" destOrd="0" presId="urn:microsoft.com/office/officeart/2005/8/layout/bProcess4"/>
    <dgm:cxn modelId="{E3543E16-9FB8-436F-A94C-95753E8C21ED}" type="presOf" srcId="{9EA79C52-B8BE-41A0-9CFF-F5AACC7A5D00}" destId="{67F6113E-87FE-4090-BE6E-CAF6776B6A8C}" srcOrd="0" destOrd="0" presId="urn:microsoft.com/office/officeart/2005/8/layout/bProcess4"/>
    <dgm:cxn modelId="{2FF33E30-4E20-45A8-8B88-13F5A307596C}" type="presOf" srcId="{ED787732-BB31-4530-B084-7A1C5E634F71}" destId="{6CA8F0E1-9AEE-4732-ADA2-97FE87BE2F66}" srcOrd="0" destOrd="0" presId="urn:microsoft.com/office/officeart/2005/8/layout/bProcess4"/>
    <dgm:cxn modelId="{0C78F9E4-BB61-4C7C-8E25-31CD584AEA2E}" type="presOf" srcId="{55F89F7D-99F2-4253-B8F4-9DD186232642}" destId="{34566227-58F4-4B6A-BBB8-1DC2C621DEE9}" srcOrd="0" destOrd="0" presId="urn:microsoft.com/office/officeart/2005/8/layout/bProcess4"/>
    <dgm:cxn modelId="{3CCB7185-218A-4FBB-A6C9-F2A6FA4F3B33}" srcId="{F2827B8B-C18A-4AEA-BCE7-E937C1D69F7D}" destId="{1C0218F9-0337-49D1-86E1-2A0B676487C4}" srcOrd="0" destOrd="0" parTransId="{5B4C6378-33E0-440F-ACF5-6A0542CC0F07}" sibTransId="{9EA79C52-B8BE-41A0-9CFF-F5AACC7A5D00}"/>
    <dgm:cxn modelId="{B8A4B8EB-3CBC-4B09-AD77-DB6F21CEF0C7}" type="presOf" srcId="{8EBCE323-ADCB-4E0D-B9AD-0F8DBE82639F}" destId="{4D0943FF-D60E-46CB-AAA3-52AE038458DA}" srcOrd="0" destOrd="0" presId="urn:microsoft.com/office/officeart/2005/8/layout/bProcess4"/>
    <dgm:cxn modelId="{F8C9C84C-9648-468E-B38B-C7ACB0FCA192}" type="presParOf" srcId="{E803C874-7756-4715-B43B-5FBED3D3A2D1}" destId="{2A0C6223-04AC-470B-8CA8-973BA6E71CD6}" srcOrd="0" destOrd="0" presId="urn:microsoft.com/office/officeart/2005/8/layout/bProcess4"/>
    <dgm:cxn modelId="{DD7507E6-EB06-48BB-9E6D-3B9183DAE9A6}" type="presParOf" srcId="{2A0C6223-04AC-470B-8CA8-973BA6E71CD6}" destId="{67D30527-DDC5-4A49-84B7-9F28195587D2}" srcOrd="0" destOrd="0" presId="urn:microsoft.com/office/officeart/2005/8/layout/bProcess4"/>
    <dgm:cxn modelId="{751D02D0-B321-44AB-B653-FBCDF5955CC0}" type="presParOf" srcId="{2A0C6223-04AC-470B-8CA8-973BA6E71CD6}" destId="{8CCD37AF-57CF-4C82-B305-5FCA6DE0A123}" srcOrd="1" destOrd="0" presId="urn:microsoft.com/office/officeart/2005/8/layout/bProcess4"/>
    <dgm:cxn modelId="{F2546C4D-FADD-41A9-A7E1-CE61ECF41EB3}" type="presParOf" srcId="{E803C874-7756-4715-B43B-5FBED3D3A2D1}" destId="{67F6113E-87FE-4090-BE6E-CAF6776B6A8C}" srcOrd="1" destOrd="0" presId="urn:microsoft.com/office/officeart/2005/8/layout/bProcess4"/>
    <dgm:cxn modelId="{3280BF9E-E35F-4561-88FD-977C92007697}" type="presParOf" srcId="{E803C874-7756-4715-B43B-5FBED3D3A2D1}" destId="{04401515-22B5-4A6D-9FA1-E4DBBCF86526}" srcOrd="2" destOrd="0" presId="urn:microsoft.com/office/officeart/2005/8/layout/bProcess4"/>
    <dgm:cxn modelId="{FBA84EC0-65B4-4468-9AC6-26582B58E395}" type="presParOf" srcId="{04401515-22B5-4A6D-9FA1-E4DBBCF86526}" destId="{D2D9D7AB-93CD-416D-8B91-D6A0167DF21A}" srcOrd="0" destOrd="0" presId="urn:microsoft.com/office/officeart/2005/8/layout/bProcess4"/>
    <dgm:cxn modelId="{00477F02-FF69-4633-B658-6A6DC24C6728}" type="presParOf" srcId="{04401515-22B5-4A6D-9FA1-E4DBBCF86526}" destId="{4D0943FF-D60E-46CB-AAA3-52AE038458DA}" srcOrd="1" destOrd="0" presId="urn:microsoft.com/office/officeart/2005/8/layout/bProcess4"/>
    <dgm:cxn modelId="{1305A753-488C-413C-BDB9-8A3084E14931}" type="presParOf" srcId="{E803C874-7756-4715-B43B-5FBED3D3A2D1}" destId="{FDEDD2BA-DECC-4161-8356-E2F59E183BBA}" srcOrd="3" destOrd="0" presId="urn:microsoft.com/office/officeart/2005/8/layout/bProcess4"/>
    <dgm:cxn modelId="{7464DF85-20FD-4887-8FC8-F320E9C3934B}" type="presParOf" srcId="{E803C874-7756-4715-B43B-5FBED3D3A2D1}" destId="{391441AA-D296-4A0F-A8FF-98F56CD5EEB6}" srcOrd="4" destOrd="0" presId="urn:microsoft.com/office/officeart/2005/8/layout/bProcess4"/>
    <dgm:cxn modelId="{815FC18C-2A50-43F1-886A-8BA95BC2692A}" type="presParOf" srcId="{391441AA-D296-4A0F-A8FF-98F56CD5EEB6}" destId="{EC9F3244-133F-4AE2-9E5A-F685E07C0CA0}" srcOrd="0" destOrd="0" presId="urn:microsoft.com/office/officeart/2005/8/layout/bProcess4"/>
    <dgm:cxn modelId="{52F0CE6F-71FB-4F21-87A1-CF3A53651C3D}" type="presParOf" srcId="{391441AA-D296-4A0F-A8FF-98F56CD5EEB6}" destId="{7A62D11D-5807-48A1-91F3-9C37436A00DF}" srcOrd="1" destOrd="0" presId="urn:microsoft.com/office/officeart/2005/8/layout/bProcess4"/>
    <dgm:cxn modelId="{EAC9CC1C-F0BE-4FFD-BE20-8CAA58793880}" type="presParOf" srcId="{E803C874-7756-4715-B43B-5FBED3D3A2D1}" destId="{F3C24C5B-E7E5-44F0-BFAF-929F3317D5C7}" srcOrd="5" destOrd="0" presId="urn:microsoft.com/office/officeart/2005/8/layout/bProcess4"/>
    <dgm:cxn modelId="{1726D74A-534F-45C4-B953-9481752B5004}" type="presParOf" srcId="{E803C874-7756-4715-B43B-5FBED3D3A2D1}" destId="{AE17F020-681B-4012-B305-8251AD75CAEF}" srcOrd="6" destOrd="0" presId="urn:microsoft.com/office/officeart/2005/8/layout/bProcess4"/>
    <dgm:cxn modelId="{47878612-1E03-43BD-A011-8CFE26541A01}" type="presParOf" srcId="{AE17F020-681B-4012-B305-8251AD75CAEF}" destId="{02751787-28E2-41B6-9C45-82ED605BD124}" srcOrd="0" destOrd="0" presId="urn:microsoft.com/office/officeart/2005/8/layout/bProcess4"/>
    <dgm:cxn modelId="{EA68D79E-00A7-403A-B560-69F140CF047D}" type="presParOf" srcId="{AE17F020-681B-4012-B305-8251AD75CAEF}" destId="{55A24A5C-CD6F-4CA1-B796-FB492D0576FE}" srcOrd="1" destOrd="0" presId="urn:microsoft.com/office/officeart/2005/8/layout/bProcess4"/>
    <dgm:cxn modelId="{EDDC028C-2753-441C-B3BB-7BE924D200FC}" type="presParOf" srcId="{E803C874-7756-4715-B43B-5FBED3D3A2D1}" destId="{E0FE4D28-BFCB-4904-A890-17BD04D026A8}" srcOrd="7" destOrd="0" presId="urn:microsoft.com/office/officeart/2005/8/layout/bProcess4"/>
    <dgm:cxn modelId="{FF3FD5AD-15ED-4C01-A7ED-459DC437D690}" type="presParOf" srcId="{E803C874-7756-4715-B43B-5FBED3D3A2D1}" destId="{77283F6C-1C17-4BFF-A4AC-4A76CA0CC48C}" srcOrd="8" destOrd="0" presId="urn:microsoft.com/office/officeart/2005/8/layout/bProcess4"/>
    <dgm:cxn modelId="{8F20ECA5-CF11-4E27-98FA-BB88A0F6240C}" type="presParOf" srcId="{77283F6C-1C17-4BFF-A4AC-4A76CA0CC48C}" destId="{BE73A93A-85CD-4ECC-B5FB-BA962CAB120B}" srcOrd="0" destOrd="0" presId="urn:microsoft.com/office/officeart/2005/8/layout/bProcess4"/>
    <dgm:cxn modelId="{BB551EE1-7D41-4573-AA08-A45DE00BC0FD}" type="presParOf" srcId="{77283F6C-1C17-4BFF-A4AC-4A76CA0CC48C}" destId="{11B08AF6-9103-4B27-9B99-6796708314D8}" srcOrd="1" destOrd="0" presId="urn:microsoft.com/office/officeart/2005/8/layout/bProcess4"/>
    <dgm:cxn modelId="{C166EBAF-A14E-4700-BDDC-6568520FAC7B}" type="presParOf" srcId="{E803C874-7756-4715-B43B-5FBED3D3A2D1}" destId="{6CA8F0E1-9AEE-4732-ADA2-97FE87BE2F66}" srcOrd="9" destOrd="0" presId="urn:microsoft.com/office/officeart/2005/8/layout/bProcess4"/>
    <dgm:cxn modelId="{3B5F3C75-F84C-4D00-BA97-01D8AD0D2CBA}" type="presParOf" srcId="{E803C874-7756-4715-B43B-5FBED3D3A2D1}" destId="{BA8477ED-BCCB-4817-911A-89ED264FF8A8}" srcOrd="10" destOrd="0" presId="urn:microsoft.com/office/officeart/2005/8/layout/bProcess4"/>
    <dgm:cxn modelId="{B2D3F360-0841-459C-8E47-4BFD62B6F985}" type="presParOf" srcId="{BA8477ED-BCCB-4817-911A-89ED264FF8A8}" destId="{DAC7C87E-CF6C-4826-8D4B-8B106DBA1E6D}" srcOrd="0" destOrd="0" presId="urn:microsoft.com/office/officeart/2005/8/layout/bProcess4"/>
    <dgm:cxn modelId="{EF259635-FDB9-4C00-B643-D06B42665DD7}" type="presParOf" srcId="{BA8477ED-BCCB-4817-911A-89ED264FF8A8}" destId="{F4A353C0-559A-45F2-AAB5-250B99BC92F6}" srcOrd="1" destOrd="0" presId="urn:microsoft.com/office/officeart/2005/8/layout/bProcess4"/>
    <dgm:cxn modelId="{C8CD8DE1-A3E1-469E-BE4B-40AFBF0B45CE}" type="presParOf" srcId="{E803C874-7756-4715-B43B-5FBED3D3A2D1}" destId="{237CB6FD-B825-4F03-BBA5-C67122B3EAA0}" srcOrd="11" destOrd="0" presId="urn:microsoft.com/office/officeart/2005/8/layout/bProcess4"/>
    <dgm:cxn modelId="{8ED1C2ED-B84C-4D4F-9C5F-9BE25CDC3D2C}" type="presParOf" srcId="{E803C874-7756-4715-B43B-5FBED3D3A2D1}" destId="{8E770DED-8417-4DC9-864E-66631AE9AB46}" srcOrd="12" destOrd="0" presId="urn:microsoft.com/office/officeart/2005/8/layout/bProcess4"/>
    <dgm:cxn modelId="{7C57AB4C-AD21-4706-856F-C748D1CA4934}" type="presParOf" srcId="{8E770DED-8417-4DC9-864E-66631AE9AB46}" destId="{4A0145D7-E229-4119-A764-B77DDB29846A}" srcOrd="0" destOrd="0" presId="urn:microsoft.com/office/officeart/2005/8/layout/bProcess4"/>
    <dgm:cxn modelId="{49ADFD2D-25F6-41D5-A093-B807306C443D}" type="presParOf" srcId="{8E770DED-8417-4DC9-864E-66631AE9AB46}" destId="{472C6447-DD53-4E20-8C0E-2221AB0AEBE2}" srcOrd="1" destOrd="0" presId="urn:microsoft.com/office/officeart/2005/8/layout/bProcess4"/>
    <dgm:cxn modelId="{B4C105C1-AB97-4A03-BCDD-9D99836EC645}" type="presParOf" srcId="{E803C874-7756-4715-B43B-5FBED3D3A2D1}" destId="{32F56A8C-A19E-4C18-887D-D18D6160A551}" srcOrd="13" destOrd="0" presId="urn:microsoft.com/office/officeart/2005/8/layout/bProcess4"/>
    <dgm:cxn modelId="{DDD3868E-9586-4D4A-93D6-C7F94B96C6EC}" type="presParOf" srcId="{E803C874-7756-4715-B43B-5FBED3D3A2D1}" destId="{B2B179EC-51BC-4F01-ACB6-1DEBF069C55A}" srcOrd="14" destOrd="0" presId="urn:microsoft.com/office/officeart/2005/8/layout/bProcess4"/>
    <dgm:cxn modelId="{B28FEBB2-E46B-4A5C-88BD-CE591707E4CA}" type="presParOf" srcId="{B2B179EC-51BC-4F01-ACB6-1DEBF069C55A}" destId="{6FA1D44B-26F5-4982-9616-AFBA4A084C73}" srcOrd="0" destOrd="0" presId="urn:microsoft.com/office/officeart/2005/8/layout/bProcess4"/>
    <dgm:cxn modelId="{C9AB698A-CDF1-4886-882B-1CD0E3657C0E}" type="presParOf" srcId="{B2B179EC-51BC-4F01-ACB6-1DEBF069C55A}" destId="{34566227-58F4-4B6A-BBB8-1DC2C621DEE9}" srcOrd="1" destOrd="0" presId="urn:microsoft.com/office/officeart/2005/8/layout/bProcess4"/>
    <dgm:cxn modelId="{79BAC4DB-A372-41C2-B520-2526FB7DC1A2}" type="presParOf" srcId="{E803C874-7756-4715-B43B-5FBED3D3A2D1}" destId="{4EB0B4F9-6EA1-457B-8108-988895AA2E1D}" srcOrd="15" destOrd="0" presId="urn:microsoft.com/office/officeart/2005/8/layout/bProcess4"/>
    <dgm:cxn modelId="{408C6CA5-AF69-4BA6-A725-04BE81AC6964}" type="presParOf" srcId="{E803C874-7756-4715-B43B-5FBED3D3A2D1}" destId="{8B32F075-F520-4DA2-BACB-FAD5E10267B2}" srcOrd="16" destOrd="0" presId="urn:microsoft.com/office/officeart/2005/8/layout/bProcess4"/>
    <dgm:cxn modelId="{9CF8A4D5-9FFC-43CC-9CF1-55ED93ABD9B7}" type="presParOf" srcId="{8B32F075-F520-4DA2-BACB-FAD5E10267B2}" destId="{628B416F-E069-4CB4-8510-BE1FC1477067}" srcOrd="0" destOrd="0" presId="urn:microsoft.com/office/officeart/2005/8/layout/bProcess4"/>
    <dgm:cxn modelId="{88F77B38-E57D-464C-AEEE-D2F9EC0AD715}" type="presParOf" srcId="{8B32F075-F520-4DA2-BACB-FAD5E10267B2}" destId="{AA361A45-2B46-4EE5-8FC2-EF95B9483F5F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BE8EAED-9F35-48C6-991B-37A97FC2E3C4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9B986F-A57C-45F6-BDB7-E977E37D8E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ALE (Accumulated Local Effects):</a:t>
          </a:r>
          <a:r>
            <a:rPr lang="en-US" b="0" i="0" baseline="0"/>
            <a:t/>
          </a:r>
          <a:br>
            <a:rPr lang="en-US" b="0" i="0" baseline="0"/>
          </a:br>
          <a:r>
            <a:rPr lang="en-US" b="0" i="0" baseline="0"/>
            <a:t>Shows how each feature affects predictions across the whole dataset.</a:t>
          </a:r>
          <a:br>
            <a:rPr lang="en-US" b="0" i="0" baseline="0"/>
          </a:br>
          <a:r>
            <a:rPr lang="en-US" b="0" i="0" baseline="0"/>
            <a:t> </a:t>
          </a:r>
          <a:r>
            <a:rPr lang="en-US" b="0" i="1" baseline="0"/>
            <a:t>Reliable global explanation.</a:t>
          </a:r>
          <a:endParaRPr lang="en-US"/>
        </a:p>
      </dgm:t>
    </dgm:pt>
    <dgm:pt modelId="{C1163267-C36A-4CB9-ACCC-14FD0637CF90}" type="parTrans" cxnId="{2B034412-F678-4090-8FB5-6F83702C3F62}">
      <dgm:prSet/>
      <dgm:spPr/>
      <dgm:t>
        <a:bodyPr/>
        <a:lstStyle/>
        <a:p>
          <a:endParaRPr lang="en-US"/>
        </a:p>
      </dgm:t>
    </dgm:pt>
    <dgm:pt modelId="{CF98D3EE-D1D0-40C8-A250-4B04ECCF8CD6}" type="sibTrans" cxnId="{2B034412-F678-4090-8FB5-6F83702C3F6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BD6B7F1-D6FE-411B-89B6-6F33FC69F8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PDP (Partial Dependence Plot):</a:t>
          </a:r>
          <a:r>
            <a:rPr lang="en-US" b="0" i="0" baseline="0"/>
            <a:t/>
          </a:r>
          <a:br>
            <a:rPr lang="en-US" b="0" i="0" baseline="0"/>
          </a:br>
          <a:r>
            <a:rPr lang="en-US" b="0" i="0" baseline="0"/>
            <a:t>Visualizes the relationship between a single feature and the target variable.</a:t>
          </a:r>
          <a:br>
            <a:rPr lang="en-US" b="0" i="0" baseline="0"/>
          </a:br>
          <a:r>
            <a:rPr lang="en-US" b="0" i="0" baseline="0"/>
            <a:t> </a:t>
          </a:r>
          <a:r>
            <a:rPr lang="en-US" b="0" i="1" baseline="0"/>
            <a:t>Simple and intuitive global explanation.</a:t>
          </a:r>
          <a:endParaRPr lang="en-US"/>
        </a:p>
      </dgm:t>
    </dgm:pt>
    <dgm:pt modelId="{C9D83EC1-989F-45FA-BF14-ECF9D5F8417A}" type="parTrans" cxnId="{316AB6C1-569F-4AFF-9E01-99542A4CA34C}">
      <dgm:prSet/>
      <dgm:spPr/>
      <dgm:t>
        <a:bodyPr/>
        <a:lstStyle/>
        <a:p>
          <a:endParaRPr lang="en-US"/>
        </a:p>
      </dgm:t>
    </dgm:pt>
    <dgm:pt modelId="{61ABB3E3-2C98-48D0-9005-2DEA1ABEB31D}" type="sibTrans" cxnId="{316AB6C1-569F-4AFF-9E01-99542A4CA34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C248DB8-DEAC-458D-952C-5906A7F513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SHAP (SHapley Additive Explanations):</a:t>
          </a:r>
          <a:r>
            <a:rPr lang="en-US" b="0" i="0" baseline="0"/>
            <a:t/>
          </a:r>
          <a:br>
            <a:rPr lang="en-US" b="0" i="0" baseline="0"/>
          </a:br>
          <a:r>
            <a:rPr lang="en-US" b="0" i="0" baseline="0"/>
            <a:t>Measures the contribution of each feature to each individual prediction.</a:t>
          </a:r>
          <a:br>
            <a:rPr lang="en-US" b="0" i="0" baseline="0"/>
          </a:br>
          <a:r>
            <a:rPr lang="en-US" b="0" i="0" baseline="0"/>
            <a:t> </a:t>
          </a:r>
          <a:r>
            <a:rPr lang="en-US" b="0" i="1" baseline="0"/>
            <a:t>Accurate, consistent, and based on solid mathematical theory.</a:t>
          </a:r>
          <a:endParaRPr lang="en-US"/>
        </a:p>
      </dgm:t>
    </dgm:pt>
    <dgm:pt modelId="{172BC7F6-B604-464C-AFF2-AF2BACBAB936}" type="parTrans" cxnId="{283035AB-EC8A-4C13-B85D-C18946A4DAE6}">
      <dgm:prSet/>
      <dgm:spPr/>
      <dgm:t>
        <a:bodyPr/>
        <a:lstStyle/>
        <a:p>
          <a:endParaRPr lang="en-US"/>
        </a:p>
      </dgm:t>
    </dgm:pt>
    <dgm:pt modelId="{0451263D-7EB6-44CD-B9DE-C4FCEABC51B5}" type="sibTrans" cxnId="{283035AB-EC8A-4C13-B85D-C18946A4DAE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16F7111-FC25-4476-B5E7-2BE3A068DC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LIME (Local Interpretable Model-Agnostic Explanations):</a:t>
          </a:r>
          <a:r>
            <a:rPr lang="en-US" b="0" i="0" baseline="0"/>
            <a:t/>
          </a:r>
          <a:br>
            <a:rPr lang="en-US" b="0" i="0" baseline="0"/>
          </a:br>
          <a:r>
            <a:rPr lang="en-US" b="0" i="0" baseline="0"/>
            <a:t>Explains a single prediction by approximating the model locally.</a:t>
          </a:r>
          <a:br>
            <a:rPr lang="en-US" b="0" i="0" baseline="0"/>
          </a:br>
          <a:r>
            <a:rPr lang="en-US" b="0" i="0" baseline="0"/>
            <a:t> </a:t>
          </a:r>
          <a:r>
            <a:rPr lang="en-US" b="0" i="1" baseline="0"/>
            <a:t>Fast, interpretable, and model-agnostic.</a:t>
          </a:r>
          <a:endParaRPr lang="en-US"/>
        </a:p>
      </dgm:t>
    </dgm:pt>
    <dgm:pt modelId="{9D7403A7-C682-4C3B-9819-6945530D20AB}" type="parTrans" cxnId="{5D5F9B70-FCFC-48BD-B3D5-5D7FBC861C4C}">
      <dgm:prSet/>
      <dgm:spPr/>
      <dgm:t>
        <a:bodyPr/>
        <a:lstStyle/>
        <a:p>
          <a:endParaRPr lang="en-US"/>
        </a:p>
      </dgm:t>
    </dgm:pt>
    <dgm:pt modelId="{79776EDA-3E23-4909-8564-9695160AEBCB}" type="sibTrans" cxnId="{5D5F9B70-FCFC-48BD-B3D5-5D7FBC861C4C}">
      <dgm:prSet/>
      <dgm:spPr/>
      <dgm:t>
        <a:bodyPr/>
        <a:lstStyle/>
        <a:p>
          <a:endParaRPr lang="en-US"/>
        </a:p>
      </dgm:t>
    </dgm:pt>
    <dgm:pt modelId="{1C1674B9-63C9-45F1-95E4-38DF918A55C6}" type="pres">
      <dgm:prSet presAssocID="{EBE8EAED-9F35-48C6-991B-37A97FC2E3C4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B4DFA86-762C-49B8-8D96-64D4050B4142}" type="pres">
      <dgm:prSet presAssocID="{EBE8EAED-9F35-48C6-991B-37A97FC2E3C4}" presName="container" presStyleCnt="0">
        <dgm:presLayoutVars>
          <dgm:dir/>
          <dgm:resizeHandles val="exact"/>
        </dgm:presLayoutVars>
      </dgm:prSet>
      <dgm:spPr/>
    </dgm:pt>
    <dgm:pt modelId="{561F04F6-B1C0-4BD6-9A8F-332C3FFBF264}" type="pres">
      <dgm:prSet presAssocID="{579B986F-A57C-45F6-BDB7-E977E37D8E49}" presName="compNode" presStyleCnt="0"/>
      <dgm:spPr/>
    </dgm:pt>
    <dgm:pt modelId="{1DBE9C04-40CE-4F25-B0A8-925E7BCB71B2}" type="pres">
      <dgm:prSet presAssocID="{579B986F-A57C-45F6-BDB7-E977E37D8E49}" presName="iconBgRect" presStyleLbl="bgShp" presStyleIdx="0" presStyleCnt="4"/>
      <dgm:spPr/>
    </dgm:pt>
    <dgm:pt modelId="{2D91DF03-E63C-41B3-866B-3D4C694C13B4}" type="pres">
      <dgm:prSet presAssocID="{579B986F-A57C-45F6-BDB7-E977E37D8E49}" presName="iconRect" presStyleLbl="node1" presStyleIdx="0" presStyleCnt="4"/>
      <dgm:spPr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C46349BA-E1B3-4FD6-975F-1ED42FC74981}" type="pres">
      <dgm:prSet presAssocID="{579B986F-A57C-45F6-BDB7-E977E37D8E49}" presName="spaceRect" presStyleCnt="0"/>
      <dgm:spPr/>
    </dgm:pt>
    <dgm:pt modelId="{6FADA31D-C338-414F-94F5-9954FB715078}" type="pres">
      <dgm:prSet presAssocID="{579B986F-A57C-45F6-BDB7-E977E37D8E49}" presName="textRect" presStyleLbl="revTx" presStyleIdx="0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CB1EBF15-A20F-4114-B7D1-D534339EACBE}" type="pres">
      <dgm:prSet presAssocID="{CF98D3EE-D1D0-40C8-A250-4B04ECCF8CD6}" presName="sibTrans" presStyleLbl="sibTrans2D1" presStyleIdx="0" presStyleCnt="0"/>
      <dgm:spPr/>
      <dgm:t>
        <a:bodyPr/>
        <a:lstStyle/>
        <a:p>
          <a:endParaRPr lang="en-US"/>
        </a:p>
      </dgm:t>
    </dgm:pt>
    <dgm:pt modelId="{E976C0CD-4DF9-43CD-9E0F-B416692E68A8}" type="pres">
      <dgm:prSet presAssocID="{0BD6B7F1-D6FE-411B-89B6-6F33FC69F89F}" presName="compNode" presStyleCnt="0"/>
      <dgm:spPr/>
    </dgm:pt>
    <dgm:pt modelId="{F27C8672-DD58-4A95-A77B-1EF404BAEA73}" type="pres">
      <dgm:prSet presAssocID="{0BD6B7F1-D6FE-411B-89B6-6F33FC69F89F}" presName="iconBgRect" presStyleLbl="bgShp" presStyleIdx="1" presStyleCnt="4"/>
      <dgm:spPr/>
    </dgm:pt>
    <dgm:pt modelId="{E39A9640-87A6-4D83-869C-B89CF04FB7C8}" type="pres">
      <dgm:prSet presAssocID="{0BD6B7F1-D6FE-411B-89B6-6F33FC69F89F}" presName="iconRect" presStyleLbl="node1" presStyleIdx="1" presStyleCnt="4"/>
      <dgm:spPr>
        <a:blipFill>
          <a:blip xmlns:r="http://schemas.openxmlformats.org/officeDocument/2006/relationships"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B49F258F-CF5A-40B4-AFEA-A1406E283438}" type="pres">
      <dgm:prSet presAssocID="{0BD6B7F1-D6FE-411B-89B6-6F33FC69F89F}" presName="spaceRect" presStyleCnt="0"/>
      <dgm:spPr/>
    </dgm:pt>
    <dgm:pt modelId="{68C4D694-19AD-4F8D-92F0-BD190545D5EB}" type="pres">
      <dgm:prSet presAssocID="{0BD6B7F1-D6FE-411B-89B6-6F33FC69F89F}" presName="textRect" presStyleLbl="revTx" presStyleIdx="1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18DEAB1B-604C-48CB-B0FF-559AEC7E1D98}" type="pres">
      <dgm:prSet presAssocID="{61ABB3E3-2C98-48D0-9005-2DEA1ABEB31D}" presName="sibTrans" presStyleLbl="sibTrans2D1" presStyleIdx="0" presStyleCnt="0"/>
      <dgm:spPr/>
      <dgm:t>
        <a:bodyPr/>
        <a:lstStyle/>
        <a:p>
          <a:endParaRPr lang="en-US"/>
        </a:p>
      </dgm:t>
    </dgm:pt>
    <dgm:pt modelId="{93AA6345-2244-4B9C-9635-45E5AD3AA3EB}" type="pres">
      <dgm:prSet presAssocID="{9C248DB8-DEAC-458D-952C-5906A7F513C4}" presName="compNode" presStyleCnt="0"/>
      <dgm:spPr/>
    </dgm:pt>
    <dgm:pt modelId="{9B68912D-F732-4293-8B3A-E818D1769626}" type="pres">
      <dgm:prSet presAssocID="{9C248DB8-DEAC-458D-952C-5906A7F513C4}" presName="iconBgRect" presStyleLbl="bgShp" presStyleIdx="2" presStyleCnt="4"/>
      <dgm:spPr/>
    </dgm:pt>
    <dgm:pt modelId="{828D2713-3750-4904-96D5-1E157D31BEB3}" type="pres">
      <dgm:prSet presAssocID="{9C248DB8-DEAC-458D-952C-5906A7F513C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D2CF410C-433D-4349-84FF-309BB294BF19}" type="pres">
      <dgm:prSet presAssocID="{9C248DB8-DEAC-458D-952C-5906A7F513C4}" presName="spaceRect" presStyleCnt="0"/>
      <dgm:spPr/>
    </dgm:pt>
    <dgm:pt modelId="{C323D04D-F8B2-426A-B238-B622D6CB3AA6}" type="pres">
      <dgm:prSet presAssocID="{9C248DB8-DEAC-458D-952C-5906A7F513C4}" presName="textRect" presStyleLbl="revTx" presStyleIdx="2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3926477C-436D-4233-AB66-25E97E8A6929}" type="pres">
      <dgm:prSet presAssocID="{0451263D-7EB6-44CD-B9DE-C4FCEABC51B5}" presName="sibTrans" presStyleLbl="sibTrans2D1" presStyleIdx="0" presStyleCnt="0"/>
      <dgm:spPr/>
      <dgm:t>
        <a:bodyPr/>
        <a:lstStyle/>
        <a:p>
          <a:endParaRPr lang="en-US"/>
        </a:p>
      </dgm:t>
    </dgm:pt>
    <dgm:pt modelId="{B916C486-088E-4BFB-919E-C0F60F9B9BBA}" type="pres">
      <dgm:prSet presAssocID="{316F7111-FC25-4476-B5E7-2BE3A068DCF5}" presName="compNode" presStyleCnt="0"/>
      <dgm:spPr/>
    </dgm:pt>
    <dgm:pt modelId="{32B59E40-9A42-499E-BDFA-A0D09D94E44C}" type="pres">
      <dgm:prSet presAssocID="{316F7111-FC25-4476-B5E7-2BE3A068DCF5}" presName="iconBgRect" presStyleLbl="bgShp" presStyleIdx="3" presStyleCnt="4"/>
      <dgm:spPr/>
    </dgm:pt>
    <dgm:pt modelId="{3E7BFB24-E188-45BA-AA86-324C0B53F4DD}" type="pres">
      <dgm:prSet presAssocID="{316F7111-FC25-4476-B5E7-2BE3A068DCF5}" presName="iconRect" presStyleLbl="node1" presStyleIdx="3" presStyleCnt="4"/>
      <dgm:spPr>
        <a:blipFill>
          <a:blip xmlns:r="http://schemas.openxmlformats.org/officeDocument/2006/relationships"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0A0C84CE-73E1-4F01-8C15-04613DE2116A}" type="pres">
      <dgm:prSet presAssocID="{316F7111-FC25-4476-B5E7-2BE3A068DCF5}" presName="spaceRect" presStyleCnt="0"/>
      <dgm:spPr/>
    </dgm:pt>
    <dgm:pt modelId="{0FEAABE7-9421-454B-98B2-9FCD855643EC}" type="pres">
      <dgm:prSet presAssocID="{316F7111-FC25-4476-B5E7-2BE3A068DCF5}" presName="textRect" presStyleLbl="revTx" presStyleIdx="3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DA351DB-B8B7-4344-A17D-13151A76CB31}" type="presOf" srcId="{316F7111-FC25-4476-B5E7-2BE3A068DCF5}" destId="{0FEAABE7-9421-454B-98B2-9FCD855643EC}" srcOrd="0" destOrd="0" presId="urn:microsoft.com/office/officeart/2018/2/layout/IconCircleList"/>
    <dgm:cxn modelId="{28B69979-6320-4ADC-85A8-EFFFBE3A8F2C}" type="presOf" srcId="{0BD6B7F1-D6FE-411B-89B6-6F33FC69F89F}" destId="{68C4D694-19AD-4F8D-92F0-BD190545D5EB}" srcOrd="0" destOrd="0" presId="urn:microsoft.com/office/officeart/2018/2/layout/IconCircleList"/>
    <dgm:cxn modelId="{E86556E3-7E39-42F6-9D88-C0A5AC4D7C2C}" type="presOf" srcId="{579B986F-A57C-45F6-BDB7-E977E37D8E49}" destId="{6FADA31D-C338-414F-94F5-9954FB715078}" srcOrd="0" destOrd="0" presId="urn:microsoft.com/office/officeart/2018/2/layout/IconCircleList"/>
    <dgm:cxn modelId="{2B034412-F678-4090-8FB5-6F83702C3F62}" srcId="{EBE8EAED-9F35-48C6-991B-37A97FC2E3C4}" destId="{579B986F-A57C-45F6-BDB7-E977E37D8E49}" srcOrd="0" destOrd="0" parTransId="{C1163267-C36A-4CB9-ACCC-14FD0637CF90}" sibTransId="{CF98D3EE-D1D0-40C8-A250-4B04ECCF8CD6}"/>
    <dgm:cxn modelId="{283035AB-EC8A-4C13-B85D-C18946A4DAE6}" srcId="{EBE8EAED-9F35-48C6-991B-37A97FC2E3C4}" destId="{9C248DB8-DEAC-458D-952C-5906A7F513C4}" srcOrd="2" destOrd="0" parTransId="{172BC7F6-B604-464C-AFF2-AF2BACBAB936}" sibTransId="{0451263D-7EB6-44CD-B9DE-C4FCEABC51B5}"/>
    <dgm:cxn modelId="{0914265E-3F73-47C3-9C9D-FD74579AC860}" type="presOf" srcId="{EBE8EAED-9F35-48C6-991B-37A97FC2E3C4}" destId="{1C1674B9-63C9-45F1-95E4-38DF918A55C6}" srcOrd="0" destOrd="0" presId="urn:microsoft.com/office/officeart/2018/2/layout/IconCircleList"/>
    <dgm:cxn modelId="{DE80766C-2F36-4297-9C4D-131016933FAC}" type="presOf" srcId="{CF98D3EE-D1D0-40C8-A250-4B04ECCF8CD6}" destId="{CB1EBF15-A20F-4114-B7D1-D534339EACBE}" srcOrd="0" destOrd="0" presId="urn:microsoft.com/office/officeart/2018/2/layout/IconCircleList"/>
    <dgm:cxn modelId="{FD1BB444-A33F-46EA-9A08-17BC2A1A887A}" type="presOf" srcId="{61ABB3E3-2C98-48D0-9005-2DEA1ABEB31D}" destId="{18DEAB1B-604C-48CB-B0FF-559AEC7E1D98}" srcOrd="0" destOrd="0" presId="urn:microsoft.com/office/officeart/2018/2/layout/IconCircleList"/>
    <dgm:cxn modelId="{316AB6C1-569F-4AFF-9E01-99542A4CA34C}" srcId="{EBE8EAED-9F35-48C6-991B-37A97FC2E3C4}" destId="{0BD6B7F1-D6FE-411B-89B6-6F33FC69F89F}" srcOrd="1" destOrd="0" parTransId="{C9D83EC1-989F-45FA-BF14-ECF9D5F8417A}" sibTransId="{61ABB3E3-2C98-48D0-9005-2DEA1ABEB31D}"/>
    <dgm:cxn modelId="{28FED875-80A9-4D6E-8351-76785227772B}" type="presOf" srcId="{0451263D-7EB6-44CD-B9DE-C4FCEABC51B5}" destId="{3926477C-436D-4233-AB66-25E97E8A6929}" srcOrd="0" destOrd="0" presId="urn:microsoft.com/office/officeart/2018/2/layout/IconCircleList"/>
    <dgm:cxn modelId="{4295512D-9441-4F3E-A997-DFFD62E47BD0}" type="presOf" srcId="{9C248DB8-DEAC-458D-952C-5906A7F513C4}" destId="{C323D04D-F8B2-426A-B238-B622D6CB3AA6}" srcOrd="0" destOrd="0" presId="urn:microsoft.com/office/officeart/2018/2/layout/IconCircleList"/>
    <dgm:cxn modelId="{5D5F9B70-FCFC-48BD-B3D5-5D7FBC861C4C}" srcId="{EBE8EAED-9F35-48C6-991B-37A97FC2E3C4}" destId="{316F7111-FC25-4476-B5E7-2BE3A068DCF5}" srcOrd="3" destOrd="0" parTransId="{9D7403A7-C682-4C3B-9819-6945530D20AB}" sibTransId="{79776EDA-3E23-4909-8564-9695160AEBCB}"/>
    <dgm:cxn modelId="{4FB14534-2EC2-4015-B399-0E2304CB1AC8}" type="presParOf" srcId="{1C1674B9-63C9-45F1-95E4-38DF918A55C6}" destId="{4B4DFA86-762C-49B8-8D96-64D4050B4142}" srcOrd="0" destOrd="0" presId="urn:microsoft.com/office/officeart/2018/2/layout/IconCircleList"/>
    <dgm:cxn modelId="{454C095A-FD6D-49AA-B1CC-FF4EB4450FDF}" type="presParOf" srcId="{4B4DFA86-762C-49B8-8D96-64D4050B4142}" destId="{561F04F6-B1C0-4BD6-9A8F-332C3FFBF264}" srcOrd="0" destOrd="0" presId="urn:microsoft.com/office/officeart/2018/2/layout/IconCircleList"/>
    <dgm:cxn modelId="{D6686936-10F3-4F5F-B923-CD9E658B9329}" type="presParOf" srcId="{561F04F6-B1C0-4BD6-9A8F-332C3FFBF264}" destId="{1DBE9C04-40CE-4F25-B0A8-925E7BCB71B2}" srcOrd="0" destOrd="0" presId="urn:microsoft.com/office/officeart/2018/2/layout/IconCircleList"/>
    <dgm:cxn modelId="{9608F547-559C-4FBC-B1EB-9BA416DA16A8}" type="presParOf" srcId="{561F04F6-B1C0-4BD6-9A8F-332C3FFBF264}" destId="{2D91DF03-E63C-41B3-866B-3D4C694C13B4}" srcOrd="1" destOrd="0" presId="urn:microsoft.com/office/officeart/2018/2/layout/IconCircleList"/>
    <dgm:cxn modelId="{3BBFB4FE-C95D-4213-942E-854E263BFE53}" type="presParOf" srcId="{561F04F6-B1C0-4BD6-9A8F-332C3FFBF264}" destId="{C46349BA-E1B3-4FD6-975F-1ED42FC74981}" srcOrd="2" destOrd="0" presId="urn:microsoft.com/office/officeart/2018/2/layout/IconCircleList"/>
    <dgm:cxn modelId="{26BC1E36-5373-47D9-85F2-3F309BB5C15E}" type="presParOf" srcId="{561F04F6-B1C0-4BD6-9A8F-332C3FFBF264}" destId="{6FADA31D-C338-414F-94F5-9954FB715078}" srcOrd="3" destOrd="0" presId="urn:microsoft.com/office/officeart/2018/2/layout/IconCircleList"/>
    <dgm:cxn modelId="{22E22554-AC09-4DB1-B5F5-0A49CC09B442}" type="presParOf" srcId="{4B4DFA86-762C-49B8-8D96-64D4050B4142}" destId="{CB1EBF15-A20F-4114-B7D1-D534339EACBE}" srcOrd="1" destOrd="0" presId="urn:microsoft.com/office/officeart/2018/2/layout/IconCircleList"/>
    <dgm:cxn modelId="{AF965D34-5ACA-4401-AAD9-0FA20B582B3B}" type="presParOf" srcId="{4B4DFA86-762C-49B8-8D96-64D4050B4142}" destId="{E976C0CD-4DF9-43CD-9E0F-B416692E68A8}" srcOrd="2" destOrd="0" presId="urn:microsoft.com/office/officeart/2018/2/layout/IconCircleList"/>
    <dgm:cxn modelId="{FDB01AD4-83F6-4B78-8F4C-7E84AB175158}" type="presParOf" srcId="{E976C0CD-4DF9-43CD-9E0F-B416692E68A8}" destId="{F27C8672-DD58-4A95-A77B-1EF404BAEA73}" srcOrd="0" destOrd="0" presId="urn:microsoft.com/office/officeart/2018/2/layout/IconCircleList"/>
    <dgm:cxn modelId="{E5BD7737-F3F9-4A89-A93B-EEC4B3CF46E3}" type="presParOf" srcId="{E976C0CD-4DF9-43CD-9E0F-B416692E68A8}" destId="{E39A9640-87A6-4D83-869C-B89CF04FB7C8}" srcOrd="1" destOrd="0" presId="urn:microsoft.com/office/officeart/2018/2/layout/IconCircleList"/>
    <dgm:cxn modelId="{95DFD5B0-F25C-4941-8056-6FFA17764C7D}" type="presParOf" srcId="{E976C0CD-4DF9-43CD-9E0F-B416692E68A8}" destId="{B49F258F-CF5A-40B4-AFEA-A1406E283438}" srcOrd="2" destOrd="0" presId="urn:microsoft.com/office/officeart/2018/2/layout/IconCircleList"/>
    <dgm:cxn modelId="{DD3FB16E-3F78-4DD1-9542-11FA1F888493}" type="presParOf" srcId="{E976C0CD-4DF9-43CD-9E0F-B416692E68A8}" destId="{68C4D694-19AD-4F8D-92F0-BD190545D5EB}" srcOrd="3" destOrd="0" presId="urn:microsoft.com/office/officeart/2018/2/layout/IconCircleList"/>
    <dgm:cxn modelId="{B61FA36A-A574-45C3-A270-DB4A3A222106}" type="presParOf" srcId="{4B4DFA86-762C-49B8-8D96-64D4050B4142}" destId="{18DEAB1B-604C-48CB-B0FF-559AEC7E1D98}" srcOrd="3" destOrd="0" presId="urn:microsoft.com/office/officeart/2018/2/layout/IconCircleList"/>
    <dgm:cxn modelId="{8CD049FE-A002-41F4-A381-ED9405CA6377}" type="presParOf" srcId="{4B4DFA86-762C-49B8-8D96-64D4050B4142}" destId="{93AA6345-2244-4B9C-9635-45E5AD3AA3EB}" srcOrd="4" destOrd="0" presId="urn:microsoft.com/office/officeart/2018/2/layout/IconCircleList"/>
    <dgm:cxn modelId="{6416780E-E44C-4BB3-9D98-A5974989FE31}" type="presParOf" srcId="{93AA6345-2244-4B9C-9635-45E5AD3AA3EB}" destId="{9B68912D-F732-4293-8B3A-E818D1769626}" srcOrd="0" destOrd="0" presId="urn:microsoft.com/office/officeart/2018/2/layout/IconCircleList"/>
    <dgm:cxn modelId="{AFA9222C-E10D-486D-9775-6180E6CA0B0E}" type="presParOf" srcId="{93AA6345-2244-4B9C-9635-45E5AD3AA3EB}" destId="{828D2713-3750-4904-96D5-1E157D31BEB3}" srcOrd="1" destOrd="0" presId="urn:microsoft.com/office/officeart/2018/2/layout/IconCircleList"/>
    <dgm:cxn modelId="{E0C94A95-28BC-4019-8010-CEABA51C49B6}" type="presParOf" srcId="{93AA6345-2244-4B9C-9635-45E5AD3AA3EB}" destId="{D2CF410C-433D-4349-84FF-309BB294BF19}" srcOrd="2" destOrd="0" presId="urn:microsoft.com/office/officeart/2018/2/layout/IconCircleList"/>
    <dgm:cxn modelId="{EF4B8B42-E4AB-4DDC-BD66-7C0315230060}" type="presParOf" srcId="{93AA6345-2244-4B9C-9635-45E5AD3AA3EB}" destId="{C323D04D-F8B2-426A-B238-B622D6CB3AA6}" srcOrd="3" destOrd="0" presId="urn:microsoft.com/office/officeart/2018/2/layout/IconCircleList"/>
    <dgm:cxn modelId="{88DAEE8B-D424-47A0-B524-1C6C9397A884}" type="presParOf" srcId="{4B4DFA86-762C-49B8-8D96-64D4050B4142}" destId="{3926477C-436D-4233-AB66-25E97E8A6929}" srcOrd="5" destOrd="0" presId="urn:microsoft.com/office/officeart/2018/2/layout/IconCircleList"/>
    <dgm:cxn modelId="{6C8F0378-A8F5-49BE-A2FE-F3520004E231}" type="presParOf" srcId="{4B4DFA86-762C-49B8-8D96-64D4050B4142}" destId="{B916C486-088E-4BFB-919E-C0F60F9B9BBA}" srcOrd="6" destOrd="0" presId="urn:microsoft.com/office/officeart/2018/2/layout/IconCircleList"/>
    <dgm:cxn modelId="{56ECD716-D91E-408A-B0C3-105C2F8514B3}" type="presParOf" srcId="{B916C486-088E-4BFB-919E-C0F60F9B9BBA}" destId="{32B59E40-9A42-499E-BDFA-A0D09D94E44C}" srcOrd="0" destOrd="0" presId="urn:microsoft.com/office/officeart/2018/2/layout/IconCircleList"/>
    <dgm:cxn modelId="{3443069A-EFFF-46BB-A0F5-8D2FA0FB7AFD}" type="presParOf" srcId="{B916C486-088E-4BFB-919E-C0F60F9B9BBA}" destId="{3E7BFB24-E188-45BA-AA86-324C0B53F4DD}" srcOrd="1" destOrd="0" presId="urn:microsoft.com/office/officeart/2018/2/layout/IconCircleList"/>
    <dgm:cxn modelId="{6F4DADF2-DA89-41CB-8203-961FBC40828F}" type="presParOf" srcId="{B916C486-088E-4BFB-919E-C0F60F9B9BBA}" destId="{0A0C84CE-73E1-4F01-8C15-04613DE2116A}" srcOrd="2" destOrd="0" presId="urn:microsoft.com/office/officeart/2018/2/layout/IconCircleList"/>
    <dgm:cxn modelId="{EB35C67E-AE2F-41C7-9ACA-4B3F6A867370}" type="presParOf" srcId="{B916C486-088E-4BFB-919E-C0F60F9B9BBA}" destId="{0FEAABE7-9421-454B-98B2-9FCD855643E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741C3ED-362D-456E-974A-42683690FE9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1F9D778-1FB2-41F2-8BDE-005389BC4151}">
      <dgm:prSet/>
      <dgm:spPr/>
      <dgm:t>
        <a:bodyPr/>
        <a:lstStyle/>
        <a:p>
          <a:r>
            <a:rPr lang="en-US" b="1" i="0" baseline="0"/>
            <a:t>Performance Metrics:</a:t>
          </a:r>
          <a:endParaRPr lang="en-US"/>
        </a:p>
      </dgm:t>
    </dgm:pt>
    <dgm:pt modelId="{546AC48C-007B-4C1E-A74D-0BA69F654813}" type="parTrans" cxnId="{37ED2759-4651-4CE5-8165-B3D91971FAD3}">
      <dgm:prSet/>
      <dgm:spPr/>
      <dgm:t>
        <a:bodyPr/>
        <a:lstStyle/>
        <a:p>
          <a:endParaRPr lang="en-US"/>
        </a:p>
      </dgm:t>
    </dgm:pt>
    <dgm:pt modelId="{83FA259E-AEB7-4E60-8E43-748104EE3210}" type="sibTrans" cxnId="{37ED2759-4651-4CE5-8165-B3D91971FAD3}">
      <dgm:prSet/>
      <dgm:spPr/>
      <dgm:t>
        <a:bodyPr/>
        <a:lstStyle/>
        <a:p>
          <a:endParaRPr lang="en-US"/>
        </a:p>
      </dgm:t>
    </dgm:pt>
    <dgm:pt modelId="{152BA605-41DC-46B5-9990-5669B57B9C7F}">
      <dgm:prSet/>
      <dgm:spPr/>
      <dgm:t>
        <a:bodyPr/>
        <a:lstStyle/>
        <a:p>
          <a:r>
            <a:rPr lang="en-US" b="1" i="0" baseline="0"/>
            <a:t>Mean Squared Error (MSE):</a:t>
          </a:r>
          <a:r>
            <a:rPr lang="en-US" b="0" i="0" baseline="0"/>
            <a:t> Calculated using the test set</a:t>
          </a:r>
          <a:endParaRPr lang="en-US"/>
        </a:p>
      </dgm:t>
    </dgm:pt>
    <dgm:pt modelId="{CE1833D1-A3E5-4CB6-A3CF-9E3A9331FA73}" type="parTrans" cxnId="{ADC69135-EB22-482A-8AB4-9ED1C3BFEA6E}">
      <dgm:prSet/>
      <dgm:spPr/>
      <dgm:t>
        <a:bodyPr/>
        <a:lstStyle/>
        <a:p>
          <a:endParaRPr lang="en-US"/>
        </a:p>
      </dgm:t>
    </dgm:pt>
    <dgm:pt modelId="{7B12A1AA-A6FE-4726-A09C-F21D4543A90D}" type="sibTrans" cxnId="{ADC69135-EB22-482A-8AB4-9ED1C3BFEA6E}">
      <dgm:prSet/>
      <dgm:spPr/>
      <dgm:t>
        <a:bodyPr/>
        <a:lstStyle/>
        <a:p>
          <a:endParaRPr lang="en-US"/>
        </a:p>
      </dgm:t>
    </dgm:pt>
    <dgm:pt modelId="{04D62567-B5F7-40B3-BE66-B2BB848291C0}">
      <dgm:prSet/>
      <dgm:spPr/>
      <dgm:t>
        <a:bodyPr/>
        <a:lstStyle/>
        <a:p>
          <a:r>
            <a:rPr lang="en-US" b="1" i="0" baseline="0"/>
            <a:t>R² Score:</a:t>
          </a:r>
          <a:r>
            <a:rPr lang="en-US" b="0" i="0" baseline="0"/>
            <a:t> Indicates how well the model fits the data</a:t>
          </a:r>
          <a:endParaRPr lang="en-US"/>
        </a:p>
      </dgm:t>
    </dgm:pt>
    <dgm:pt modelId="{95435F05-A2B1-4D9F-BBAB-7303D9B5A492}" type="parTrans" cxnId="{D68B93D4-1D41-4D06-98BF-06231DDB3621}">
      <dgm:prSet/>
      <dgm:spPr/>
      <dgm:t>
        <a:bodyPr/>
        <a:lstStyle/>
        <a:p>
          <a:endParaRPr lang="en-US"/>
        </a:p>
      </dgm:t>
    </dgm:pt>
    <dgm:pt modelId="{EADE81AA-A396-4C57-9E3F-CD19FEC5A5BC}" type="sibTrans" cxnId="{D68B93D4-1D41-4D06-98BF-06231DDB3621}">
      <dgm:prSet/>
      <dgm:spPr/>
      <dgm:t>
        <a:bodyPr/>
        <a:lstStyle/>
        <a:p>
          <a:endParaRPr lang="en-US"/>
        </a:p>
      </dgm:t>
    </dgm:pt>
    <dgm:pt modelId="{16BEE289-3794-4887-A0A5-F34212D6284F}">
      <dgm:prSet/>
      <dgm:spPr/>
      <dgm:t>
        <a:bodyPr/>
        <a:lstStyle/>
        <a:p>
          <a:r>
            <a:rPr lang="en-US" b="1" i="0" baseline="0"/>
            <a:t>Visual Results:</a:t>
          </a:r>
          <a:endParaRPr lang="en-US"/>
        </a:p>
      </dgm:t>
    </dgm:pt>
    <dgm:pt modelId="{A6EA8FBD-E0CE-4028-B62B-4F41A707AE2C}" type="parTrans" cxnId="{88B78C32-76B3-438D-8174-40DE08B91B77}">
      <dgm:prSet/>
      <dgm:spPr/>
      <dgm:t>
        <a:bodyPr/>
        <a:lstStyle/>
        <a:p>
          <a:endParaRPr lang="en-US"/>
        </a:p>
      </dgm:t>
    </dgm:pt>
    <dgm:pt modelId="{3F4DB497-6FA3-477D-9F25-2BC249105B26}" type="sibTrans" cxnId="{88B78C32-76B3-438D-8174-40DE08B91B77}">
      <dgm:prSet/>
      <dgm:spPr/>
      <dgm:t>
        <a:bodyPr/>
        <a:lstStyle/>
        <a:p>
          <a:endParaRPr lang="en-US"/>
        </a:p>
      </dgm:t>
    </dgm:pt>
    <dgm:pt modelId="{061E6D3E-F696-49CE-9E65-4A8948B5925B}">
      <dgm:prSet/>
      <dgm:spPr/>
      <dgm:t>
        <a:bodyPr/>
        <a:lstStyle/>
        <a:p>
          <a:r>
            <a:rPr lang="en-US" b="0" i="0" baseline="0"/>
            <a:t>A plot comparing </a:t>
          </a:r>
          <a:r>
            <a:rPr lang="en-US" b="1" i="0" baseline="0"/>
            <a:t>actual vs. predicted Unemployment Rate</a:t>
          </a:r>
          <a:endParaRPr lang="en-US"/>
        </a:p>
      </dgm:t>
    </dgm:pt>
    <dgm:pt modelId="{5ABC79B8-20C9-46E0-82C8-66A1550307B5}" type="parTrans" cxnId="{929FED79-F218-4754-B0D9-18C03B682FAC}">
      <dgm:prSet/>
      <dgm:spPr/>
      <dgm:t>
        <a:bodyPr/>
        <a:lstStyle/>
        <a:p>
          <a:endParaRPr lang="en-US"/>
        </a:p>
      </dgm:t>
    </dgm:pt>
    <dgm:pt modelId="{BE4FBE24-5B32-49D6-924D-458F45EE149C}" type="sibTrans" cxnId="{929FED79-F218-4754-B0D9-18C03B682FAC}">
      <dgm:prSet/>
      <dgm:spPr/>
      <dgm:t>
        <a:bodyPr/>
        <a:lstStyle/>
        <a:p>
          <a:endParaRPr lang="en-US"/>
        </a:p>
      </dgm:t>
    </dgm:pt>
    <dgm:pt modelId="{AD88BA1F-F5DA-46C9-BDBD-94D316A269E5}">
      <dgm:prSet/>
      <dgm:spPr/>
      <dgm:t>
        <a:bodyPr/>
        <a:lstStyle/>
        <a:p>
          <a:r>
            <a:rPr lang="en-US" b="0" i="0" baseline="0"/>
            <a:t>The model successfully captured the general trend in the data</a:t>
          </a:r>
          <a:endParaRPr lang="en-US"/>
        </a:p>
      </dgm:t>
    </dgm:pt>
    <dgm:pt modelId="{06CB7B0B-4EC2-477A-8224-95C340977E87}" type="parTrans" cxnId="{5597212A-AD2B-47B1-9B12-D23081B13817}">
      <dgm:prSet/>
      <dgm:spPr/>
      <dgm:t>
        <a:bodyPr/>
        <a:lstStyle/>
        <a:p>
          <a:endParaRPr lang="en-US"/>
        </a:p>
      </dgm:t>
    </dgm:pt>
    <dgm:pt modelId="{8A705BD8-0BA8-4AA1-A13E-EC3E1A5C6CFD}" type="sibTrans" cxnId="{5597212A-AD2B-47B1-9B12-D23081B13817}">
      <dgm:prSet/>
      <dgm:spPr/>
      <dgm:t>
        <a:bodyPr/>
        <a:lstStyle/>
        <a:p>
          <a:endParaRPr lang="en-US"/>
        </a:p>
      </dgm:t>
    </dgm:pt>
    <dgm:pt modelId="{A002EB9F-B3B3-47D2-AFAF-880F62610865}" type="pres">
      <dgm:prSet presAssocID="{F741C3ED-362D-456E-974A-42683690FE9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1E8BC15-406E-481C-9970-6A08593BB3D5}" type="pres">
      <dgm:prSet presAssocID="{C1F9D778-1FB2-41F2-8BDE-005389BC4151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DA5C73-422F-40B4-BF6F-A7559BB1BE11}" type="pres">
      <dgm:prSet presAssocID="{83FA259E-AEB7-4E60-8E43-748104EE3210}" presName="spacer" presStyleCnt="0"/>
      <dgm:spPr/>
    </dgm:pt>
    <dgm:pt modelId="{9BD8F83A-218A-450A-81A3-C01640B5B990}" type="pres">
      <dgm:prSet presAssocID="{152BA605-41DC-46B5-9990-5669B57B9C7F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C326DA-9182-487E-AC21-63A1135D1267}" type="pres">
      <dgm:prSet presAssocID="{7B12A1AA-A6FE-4726-A09C-F21D4543A90D}" presName="spacer" presStyleCnt="0"/>
      <dgm:spPr/>
    </dgm:pt>
    <dgm:pt modelId="{5A470EC5-BC7E-46DC-BC1D-58596657C87B}" type="pres">
      <dgm:prSet presAssocID="{04D62567-B5F7-40B3-BE66-B2BB848291C0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407236D-1768-433B-BAF2-23BA3BAB9CCC}" type="pres">
      <dgm:prSet presAssocID="{EADE81AA-A396-4C57-9E3F-CD19FEC5A5BC}" presName="spacer" presStyleCnt="0"/>
      <dgm:spPr/>
    </dgm:pt>
    <dgm:pt modelId="{D026F085-5AF4-448C-9614-9B2DD1F8619F}" type="pres">
      <dgm:prSet presAssocID="{16BEE289-3794-4887-A0A5-F34212D6284F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40A788-B435-4153-8DEA-D5975B53A32A}" type="pres">
      <dgm:prSet presAssocID="{3F4DB497-6FA3-477D-9F25-2BC249105B26}" presName="spacer" presStyleCnt="0"/>
      <dgm:spPr/>
    </dgm:pt>
    <dgm:pt modelId="{00E989D5-CF40-42F1-8C9C-69FE80346717}" type="pres">
      <dgm:prSet presAssocID="{061E6D3E-F696-49CE-9E65-4A8948B5925B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13E6F65-2B32-496F-871D-0AC516B34737}" type="pres">
      <dgm:prSet presAssocID="{BE4FBE24-5B32-49D6-924D-458F45EE149C}" presName="spacer" presStyleCnt="0"/>
      <dgm:spPr/>
    </dgm:pt>
    <dgm:pt modelId="{6D971B1C-2FD1-4DC4-BD39-617E18E21CDC}" type="pres">
      <dgm:prSet presAssocID="{AD88BA1F-F5DA-46C9-BDBD-94D316A269E5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7ED2759-4651-4CE5-8165-B3D91971FAD3}" srcId="{F741C3ED-362D-456E-974A-42683690FE98}" destId="{C1F9D778-1FB2-41F2-8BDE-005389BC4151}" srcOrd="0" destOrd="0" parTransId="{546AC48C-007B-4C1E-A74D-0BA69F654813}" sibTransId="{83FA259E-AEB7-4E60-8E43-748104EE3210}"/>
    <dgm:cxn modelId="{7B7886DA-B84B-441C-A98A-D3021FA76009}" type="presOf" srcId="{16BEE289-3794-4887-A0A5-F34212D6284F}" destId="{D026F085-5AF4-448C-9614-9B2DD1F8619F}" srcOrd="0" destOrd="0" presId="urn:microsoft.com/office/officeart/2005/8/layout/vList2"/>
    <dgm:cxn modelId="{D68B93D4-1D41-4D06-98BF-06231DDB3621}" srcId="{F741C3ED-362D-456E-974A-42683690FE98}" destId="{04D62567-B5F7-40B3-BE66-B2BB848291C0}" srcOrd="2" destOrd="0" parTransId="{95435F05-A2B1-4D9F-BBAB-7303D9B5A492}" sibTransId="{EADE81AA-A396-4C57-9E3F-CD19FEC5A5BC}"/>
    <dgm:cxn modelId="{88B78C32-76B3-438D-8174-40DE08B91B77}" srcId="{F741C3ED-362D-456E-974A-42683690FE98}" destId="{16BEE289-3794-4887-A0A5-F34212D6284F}" srcOrd="3" destOrd="0" parTransId="{A6EA8FBD-E0CE-4028-B62B-4F41A707AE2C}" sibTransId="{3F4DB497-6FA3-477D-9F25-2BC249105B26}"/>
    <dgm:cxn modelId="{E39C50FA-6C6D-4840-B9F9-872C7F00FB27}" type="presOf" srcId="{061E6D3E-F696-49CE-9E65-4A8948B5925B}" destId="{00E989D5-CF40-42F1-8C9C-69FE80346717}" srcOrd="0" destOrd="0" presId="urn:microsoft.com/office/officeart/2005/8/layout/vList2"/>
    <dgm:cxn modelId="{929FED79-F218-4754-B0D9-18C03B682FAC}" srcId="{F741C3ED-362D-456E-974A-42683690FE98}" destId="{061E6D3E-F696-49CE-9E65-4A8948B5925B}" srcOrd="4" destOrd="0" parTransId="{5ABC79B8-20C9-46E0-82C8-66A1550307B5}" sibTransId="{BE4FBE24-5B32-49D6-924D-458F45EE149C}"/>
    <dgm:cxn modelId="{7AF0498A-EBD2-4646-B70F-8D03B93BD951}" type="presOf" srcId="{F741C3ED-362D-456E-974A-42683690FE98}" destId="{A002EB9F-B3B3-47D2-AFAF-880F62610865}" srcOrd="0" destOrd="0" presId="urn:microsoft.com/office/officeart/2005/8/layout/vList2"/>
    <dgm:cxn modelId="{5C979720-CC13-4D55-95F4-753C829D5CEA}" type="presOf" srcId="{AD88BA1F-F5DA-46C9-BDBD-94D316A269E5}" destId="{6D971B1C-2FD1-4DC4-BD39-617E18E21CDC}" srcOrd="0" destOrd="0" presId="urn:microsoft.com/office/officeart/2005/8/layout/vList2"/>
    <dgm:cxn modelId="{5597212A-AD2B-47B1-9B12-D23081B13817}" srcId="{F741C3ED-362D-456E-974A-42683690FE98}" destId="{AD88BA1F-F5DA-46C9-BDBD-94D316A269E5}" srcOrd="5" destOrd="0" parTransId="{06CB7B0B-4EC2-477A-8224-95C340977E87}" sibTransId="{8A705BD8-0BA8-4AA1-A13E-EC3E1A5C6CFD}"/>
    <dgm:cxn modelId="{ADC69135-EB22-482A-8AB4-9ED1C3BFEA6E}" srcId="{F741C3ED-362D-456E-974A-42683690FE98}" destId="{152BA605-41DC-46B5-9990-5669B57B9C7F}" srcOrd="1" destOrd="0" parTransId="{CE1833D1-A3E5-4CB6-A3CF-9E3A9331FA73}" sibTransId="{7B12A1AA-A6FE-4726-A09C-F21D4543A90D}"/>
    <dgm:cxn modelId="{A335E043-A15C-44E0-A199-5AFB5A580493}" type="presOf" srcId="{04D62567-B5F7-40B3-BE66-B2BB848291C0}" destId="{5A470EC5-BC7E-46DC-BC1D-58596657C87B}" srcOrd="0" destOrd="0" presId="urn:microsoft.com/office/officeart/2005/8/layout/vList2"/>
    <dgm:cxn modelId="{9A9F01F4-FD35-40DE-93CE-7EB51793CD06}" type="presOf" srcId="{C1F9D778-1FB2-41F2-8BDE-005389BC4151}" destId="{61E8BC15-406E-481C-9970-6A08593BB3D5}" srcOrd="0" destOrd="0" presId="urn:microsoft.com/office/officeart/2005/8/layout/vList2"/>
    <dgm:cxn modelId="{8C87CEA9-DE13-472F-A151-4C5A28A116C2}" type="presOf" srcId="{152BA605-41DC-46B5-9990-5669B57B9C7F}" destId="{9BD8F83A-218A-450A-81A3-C01640B5B990}" srcOrd="0" destOrd="0" presId="urn:microsoft.com/office/officeart/2005/8/layout/vList2"/>
    <dgm:cxn modelId="{A2AC6B8C-AD97-4611-904A-31377B557897}" type="presParOf" srcId="{A002EB9F-B3B3-47D2-AFAF-880F62610865}" destId="{61E8BC15-406E-481C-9970-6A08593BB3D5}" srcOrd="0" destOrd="0" presId="urn:microsoft.com/office/officeart/2005/8/layout/vList2"/>
    <dgm:cxn modelId="{B306F5BF-6BDB-4FDB-B0AF-87BB8923064F}" type="presParOf" srcId="{A002EB9F-B3B3-47D2-AFAF-880F62610865}" destId="{55DA5C73-422F-40B4-BF6F-A7559BB1BE11}" srcOrd="1" destOrd="0" presId="urn:microsoft.com/office/officeart/2005/8/layout/vList2"/>
    <dgm:cxn modelId="{2CC5E918-5241-46CE-A43A-4D0B89A81812}" type="presParOf" srcId="{A002EB9F-B3B3-47D2-AFAF-880F62610865}" destId="{9BD8F83A-218A-450A-81A3-C01640B5B990}" srcOrd="2" destOrd="0" presId="urn:microsoft.com/office/officeart/2005/8/layout/vList2"/>
    <dgm:cxn modelId="{792385B5-3C46-4C9D-81BA-4A7BEDA49CD7}" type="presParOf" srcId="{A002EB9F-B3B3-47D2-AFAF-880F62610865}" destId="{56C326DA-9182-487E-AC21-63A1135D1267}" srcOrd="3" destOrd="0" presId="urn:microsoft.com/office/officeart/2005/8/layout/vList2"/>
    <dgm:cxn modelId="{DBCB4EB4-3397-406F-9FD2-7097B28EACA0}" type="presParOf" srcId="{A002EB9F-B3B3-47D2-AFAF-880F62610865}" destId="{5A470EC5-BC7E-46DC-BC1D-58596657C87B}" srcOrd="4" destOrd="0" presId="urn:microsoft.com/office/officeart/2005/8/layout/vList2"/>
    <dgm:cxn modelId="{3B1FE8E2-7ADB-4557-87D1-415B2960CFEB}" type="presParOf" srcId="{A002EB9F-B3B3-47D2-AFAF-880F62610865}" destId="{D407236D-1768-433B-BAF2-23BA3BAB9CCC}" srcOrd="5" destOrd="0" presId="urn:microsoft.com/office/officeart/2005/8/layout/vList2"/>
    <dgm:cxn modelId="{A3687F09-037D-4ABC-A1F4-7126D0791033}" type="presParOf" srcId="{A002EB9F-B3B3-47D2-AFAF-880F62610865}" destId="{D026F085-5AF4-448C-9614-9B2DD1F8619F}" srcOrd="6" destOrd="0" presId="urn:microsoft.com/office/officeart/2005/8/layout/vList2"/>
    <dgm:cxn modelId="{353A932D-3C3F-484F-A8B9-F5503B9B909D}" type="presParOf" srcId="{A002EB9F-B3B3-47D2-AFAF-880F62610865}" destId="{9440A788-B435-4153-8DEA-D5975B53A32A}" srcOrd="7" destOrd="0" presId="urn:microsoft.com/office/officeart/2005/8/layout/vList2"/>
    <dgm:cxn modelId="{10DEB715-A6BF-4D16-A9A0-2BBA0D2A860D}" type="presParOf" srcId="{A002EB9F-B3B3-47D2-AFAF-880F62610865}" destId="{00E989D5-CF40-42F1-8C9C-69FE80346717}" srcOrd="8" destOrd="0" presId="urn:microsoft.com/office/officeart/2005/8/layout/vList2"/>
    <dgm:cxn modelId="{BCB0DFBC-C66C-4853-A104-EF366AB29694}" type="presParOf" srcId="{A002EB9F-B3B3-47D2-AFAF-880F62610865}" destId="{B13E6F65-2B32-496F-871D-0AC516B34737}" srcOrd="9" destOrd="0" presId="urn:microsoft.com/office/officeart/2005/8/layout/vList2"/>
    <dgm:cxn modelId="{CD296752-68FA-45B8-B319-8119BC8C7188}" type="presParOf" srcId="{A002EB9F-B3B3-47D2-AFAF-880F62610865}" destId="{6D971B1C-2FD1-4DC4-BD39-617E18E21CDC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43548E83-9C36-4788-8130-B44DD8E71D5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576474A-4049-4BB7-8FE3-1B85A0D2FA86}">
      <dgm:prSet/>
      <dgm:spPr/>
      <dgm:t>
        <a:bodyPr/>
        <a:lstStyle/>
        <a:p>
          <a:r>
            <a:rPr lang="en-US" b="0" i="0"/>
            <a:t>Predicting US macroeconomic indicators using time-series data from FRED.</a:t>
          </a:r>
          <a:endParaRPr lang="en-US"/>
        </a:p>
      </dgm:t>
    </dgm:pt>
    <dgm:pt modelId="{F9615EA0-BD47-442C-BB49-817C355F40DB}" type="parTrans" cxnId="{D00041EF-3CCB-450C-8E4E-068F1E49916A}">
      <dgm:prSet/>
      <dgm:spPr/>
      <dgm:t>
        <a:bodyPr/>
        <a:lstStyle/>
        <a:p>
          <a:endParaRPr lang="en-US"/>
        </a:p>
      </dgm:t>
    </dgm:pt>
    <dgm:pt modelId="{D970BACB-7D02-462E-A5BE-FF7FF8819C9B}" type="sibTrans" cxnId="{D00041EF-3CCB-450C-8E4E-068F1E49916A}">
      <dgm:prSet/>
      <dgm:spPr/>
      <dgm:t>
        <a:bodyPr/>
        <a:lstStyle/>
        <a:p>
          <a:endParaRPr lang="en-US"/>
        </a:p>
      </dgm:t>
    </dgm:pt>
    <dgm:pt modelId="{25AAB1FC-E91E-41E4-8272-50EF6F237026}">
      <dgm:prSet/>
      <dgm:spPr/>
      <dgm:t>
        <a:bodyPr/>
        <a:lstStyle/>
        <a:p>
          <a:r>
            <a:rPr lang="en-US" b="0" i="0"/>
            <a:t>Specific Task: Predicting the </a:t>
          </a:r>
          <a:r>
            <a:rPr lang="en-US" b="1" i="0"/>
            <a:t>US Unemployment Rate</a:t>
          </a:r>
          <a:r>
            <a:rPr lang="en-US" b="0" i="0"/>
            <a:t>.</a:t>
          </a:r>
          <a:endParaRPr lang="en-US"/>
        </a:p>
      </dgm:t>
    </dgm:pt>
    <dgm:pt modelId="{DCF8A8E4-98DB-4FAA-98E8-170A8FA513CD}" type="parTrans" cxnId="{7B611EAF-0681-4B2A-9799-43B8813C4BC5}">
      <dgm:prSet/>
      <dgm:spPr/>
      <dgm:t>
        <a:bodyPr/>
        <a:lstStyle/>
        <a:p>
          <a:endParaRPr lang="en-US"/>
        </a:p>
      </dgm:t>
    </dgm:pt>
    <dgm:pt modelId="{D6E435A0-DDF1-4CA4-8714-D57C5034BC0A}" type="sibTrans" cxnId="{7B611EAF-0681-4B2A-9799-43B8813C4BC5}">
      <dgm:prSet/>
      <dgm:spPr/>
      <dgm:t>
        <a:bodyPr/>
        <a:lstStyle/>
        <a:p>
          <a:endParaRPr lang="en-US"/>
        </a:p>
      </dgm:t>
    </dgm:pt>
    <dgm:pt modelId="{F82A177D-97F4-4067-8E4A-1097686CFECA}">
      <dgm:prSet/>
      <dgm:spPr/>
      <dgm:t>
        <a:bodyPr/>
        <a:lstStyle/>
        <a:p>
          <a:r>
            <a:rPr lang="en-US" b="0" i="0"/>
            <a:t>Features Used: Retail Sales (y), CPI, Unemployment Rate, Federal Funds Rate, PCE, Real Disposable Personal Income.</a:t>
          </a:r>
          <a:endParaRPr lang="en-US"/>
        </a:p>
      </dgm:t>
    </dgm:pt>
    <dgm:pt modelId="{850F6EB2-F82C-4C0C-9146-2B94847055C4}" type="parTrans" cxnId="{125FB25D-F31D-4A15-8DAD-46C7E6AE0AAE}">
      <dgm:prSet/>
      <dgm:spPr/>
      <dgm:t>
        <a:bodyPr/>
        <a:lstStyle/>
        <a:p>
          <a:endParaRPr lang="en-US"/>
        </a:p>
      </dgm:t>
    </dgm:pt>
    <dgm:pt modelId="{981988CF-1CBA-445F-BCC8-3F0C20D30FC8}" type="sibTrans" cxnId="{125FB25D-F31D-4A15-8DAD-46C7E6AE0AAE}">
      <dgm:prSet/>
      <dgm:spPr/>
      <dgm:t>
        <a:bodyPr/>
        <a:lstStyle/>
        <a:p>
          <a:endParaRPr lang="en-US"/>
        </a:p>
      </dgm:t>
    </dgm:pt>
    <dgm:pt modelId="{8ACF2854-43A1-45C1-AE6B-57976AA6B849}">
      <dgm:prSet/>
      <dgm:spPr/>
      <dgm:t>
        <a:bodyPr/>
        <a:lstStyle/>
        <a:p>
          <a:r>
            <a:rPr lang="en-US" b="0" i="0"/>
            <a:t>Process: Data fetching (fredapi), cleaning (dropna), EDA (box plots, histograms, correlation, time-series plots), model training, evaluation, and explainability.</a:t>
          </a:r>
          <a:endParaRPr lang="en-US"/>
        </a:p>
      </dgm:t>
    </dgm:pt>
    <dgm:pt modelId="{2D7B92EE-736B-494D-9561-A6B2A0B559AA}" type="parTrans" cxnId="{C6DA0837-104D-499D-BD59-B02E50DBC3D6}">
      <dgm:prSet/>
      <dgm:spPr/>
      <dgm:t>
        <a:bodyPr/>
        <a:lstStyle/>
        <a:p>
          <a:endParaRPr lang="en-US"/>
        </a:p>
      </dgm:t>
    </dgm:pt>
    <dgm:pt modelId="{D97FF3B8-DA7F-4DBA-B642-7E991A67B1D4}" type="sibTrans" cxnId="{C6DA0837-104D-499D-BD59-B02E50DBC3D6}">
      <dgm:prSet/>
      <dgm:spPr/>
      <dgm:t>
        <a:bodyPr/>
        <a:lstStyle/>
        <a:p>
          <a:endParaRPr lang="en-US"/>
        </a:p>
      </dgm:t>
    </dgm:pt>
    <dgm:pt modelId="{A263E3D3-5E33-4905-979F-5DD88307253F}" type="pres">
      <dgm:prSet presAssocID="{43548E83-9C36-4788-8130-B44DD8E71D5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0C694C7E-AFE5-4C92-AA02-630DDC87D2E4}" type="pres">
      <dgm:prSet presAssocID="{1576474A-4049-4BB7-8FE3-1B85A0D2FA86}" presName="hierRoot1" presStyleCnt="0"/>
      <dgm:spPr/>
    </dgm:pt>
    <dgm:pt modelId="{7391B529-BE4F-40E8-96FA-588E448FB2FF}" type="pres">
      <dgm:prSet presAssocID="{1576474A-4049-4BB7-8FE3-1B85A0D2FA86}" presName="composite" presStyleCnt="0"/>
      <dgm:spPr/>
    </dgm:pt>
    <dgm:pt modelId="{04B6E268-C9E7-430D-8995-A3A427C96C32}" type="pres">
      <dgm:prSet presAssocID="{1576474A-4049-4BB7-8FE3-1B85A0D2FA86}" presName="background" presStyleLbl="node0" presStyleIdx="0" presStyleCnt="4"/>
      <dgm:spPr/>
    </dgm:pt>
    <dgm:pt modelId="{EFA7BD0D-61A9-4CD1-819B-B25903A7DD55}" type="pres">
      <dgm:prSet presAssocID="{1576474A-4049-4BB7-8FE3-1B85A0D2FA86}" presName="text" presStyleLbl="fgAcc0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6D05044-9827-45C1-9CDC-BA00E8E19F1F}" type="pres">
      <dgm:prSet presAssocID="{1576474A-4049-4BB7-8FE3-1B85A0D2FA86}" presName="hierChild2" presStyleCnt="0"/>
      <dgm:spPr/>
    </dgm:pt>
    <dgm:pt modelId="{B58C9026-7E4F-4970-A2DB-1248BE15A1CC}" type="pres">
      <dgm:prSet presAssocID="{25AAB1FC-E91E-41E4-8272-50EF6F237026}" presName="hierRoot1" presStyleCnt="0"/>
      <dgm:spPr/>
    </dgm:pt>
    <dgm:pt modelId="{BA83B117-26EE-45D3-BD37-68C8183748D2}" type="pres">
      <dgm:prSet presAssocID="{25AAB1FC-E91E-41E4-8272-50EF6F237026}" presName="composite" presStyleCnt="0"/>
      <dgm:spPr/>
    </dgm:pt>
    <dgm:pt modelId="{04A3DACE-07EF-49C5-9371-241A2A7776A5}" type="pres">
      <dgm:prSet presAssocID="{25AAB1FC-E91E-41E4-8272-50EF6F237026}" presName="background" presStyleLbl="node0" presStyleIdx="1" presStyleCnt="4"/>
      <dgm:spPr/>
    </dgm:pt>
    <dgm:pt modelId="{D1EFB113-2700-4E7C-A83D-76A2278FF127}" type="pres">
      <dgm:prSet presAssocID="{25AAB1FC-E91E-41E4-8272-50EF6F237026}" presName="text" presStyleLbl="fgAcc0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A607FBB-8C60-4C2F-B5CC-07F4841B1822}" type="pres">
      <dgm:prSet presAssocID="{25AAB1FC-E91E-41E4-8272-50EF6F237026}" presName="hierChild2" presStyleCnt="0"/>
      <dgm:spPr/>
    </dgm:pt>
    <dgm:pt modelId="{4B3C26D1-C6C5-4585-B46E-EA6D5AE68A32}" type="pres">
      <dgm:prSet presAssocID="{F82A177D-97F4-4067-8E4A-1097686CFECA}" presName="hierRoot1" presStyleCnt="0"/>
      <dgm:spPr/>
    </dgm:pt>
    <dgm:pt modelId="{17B0914A-5C86-4184-A973-1E4B7E58E5A2}" type="pres">
      <dgm:prSet presAssocID="{F82A177D-97F4-4067-8E4A-1097686CFECA}" presName="composite" presStyleCnt="0"/>
      <dgm:spPr/>
    </dgm:pt>
    <dgm:pt modelId="{F855F1B1-00F1-4F3E-91C8-413A088BDE37}" type="pres">
      <dgm:prSet presAssocID="{F82A177D-97F4-4067-8E4A-1097686CFECA}" presName="background" presStyleLbl="node0" presStyleIdx="2" presStyleCnt="4"/>
      <dgm:spPr/>
    </dgm:pt>
    <dgm:pt modelId="{10338C3A-F060-4FB4-9759-7101157AEDC3}" type="pres">
      <dgm:prSet presAssocID="{F82A177D-97F4-4067-8E4A-1097686CFECA}" presName="text" presStyleLbl="fgAcc0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847545F-BF41-4C0A-8334-81BB5378ABBE}" type="pres">
      <dgm:prSet presAssocID="{F82A177D-97F4-4067-8E4A-1097686CFECA}" presName="hierChild2" presStyleCnt="0"/>
      <dgm:spPr/>
    </dgm:pt>
    <dgm:pt modelId="{FFD55A67-C3D1-4CB1-9B43-415BE117E890}" type="pres">
      <dgm:prSet presAssocID="{8ACF2854-43A1-45C1-AE6B-57976AA6B849}" presName="hierRoot1" presStyleCnt="0"/>
      <dgm:spPr/>
    </dgm:pt>
    <dgm:pt modelId="{8B2F335A-E282-464D-9904-2A0D98EB1CD8}" type="pres">
      <dgm:prSet presAssocID="{8ACF2854-43A1-45C1-AE6B-57976AA6B849}" presName="composite" presStyleCnt="0"/>
      <dgm:spPr/>
    </dgm:pt>
    <dgm:pt modelId="{4E632417-818D-4964-AECF-F6EF5CE806F4}" type="pres">
      <dgm:prSet presAssocID="{8ACF2854-43A1-45C1-AE6B-57976AA6B849}" presName="background" presStyleLbl="node0" presStyleIdx="3" presStyleCnt="4"/>
      <dgm:spPr/>
    </dgm:pt>
    <dgm:pt modelId="{C5904FAE-4F14-4C9F-BA7E-23C2F22E3648}" type="pres">
      <dgm:prSet presAssocID="{8ACF2854-43A1-45C1-AE6B-57976AA6B849}" presName="text" presStyleLbl="fgAcc0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5363845-57BE-4835-84F7-5FE6FECDB178}" type="pres">
      <dgm:prSet presAssocID="{8ACF2854-43A1-45C1-AE6B-57976AA6B849}" presName="hierChild2" presStyleCnt="0"/>
      <dgm:spPr/>
    </dgm:pt>
  </dgm:ptLst>
  <dgm:cxnLst>
    <dgm:cxn modelId="{48AB0A2A-85E5-44B6-9185-49C239B769C9}" type="presOf" srcId="{43548E83-9C36-4788-8130-B44DD8E71D5D}" destId="{A263E3D3-5E33-4905-979F-5DD88307253F}" srcOrd="0" destOrd="0" presId="urn:microsoft.com/office/officeart/2005/8/layout/hierarchy1"/>
    <dgm:cxn modelId="{125FB25D-F31D-4A15-8DAD-46C7E6AE0AAE}" srcId="{43548E83-9C36-4788-8130-B44DD8E71D5D}" destId="{F82A177D-97F4-4067-8E4A-1097686CFECA}" srcOrd="2" destOrd="0" parTransId="{850F6EB2-F82C-4C0C-9146-2B94847055C4}" sibTransId="{981988CF-1CBA-445F-BCC8-3F0C20D30FC8}"/>
    <dgm:cxn modelId="{1C1E4159-0880-4555-8914-51161A284924}" type="presOf" srcId="{8ACF2854-43A1-45C1-AE6B-57976AA6B849}" destId="{C5904FAE-4F14-4C9F-BA7E-23C2F22E3648}" srcOrd="0" destOrd="0" presId="urn:microsoft.com/office/officeart/2005/8/layout/hierarchy1"/>
    <dgm:cxn modelId="{C6DA0837-104D-499D-BD59-B02E50DBC3D6}" srcId="{43548E83-9C36-4788-8130-B44DD8E71D5D}" destId="{8ACF2854-43A1-45C1-AE6B-57976AA6B849}" srcOrd="3" destOrd="0" parTransId="{2D7B92EE-736B-494D-9561-A6B2A0B559AA}" sibTransId="{D97FF3B8-DA7F-4DBA-B642-7E991A67B1D4}"/>
    <dgm:cxn modelId="{D00041EF-3CCB-450C-8E4E-068F1E49916A}" srcId="{43548E83-9C36-4788-8130-B44DD8E71D5D}" destId="{1576474A-4049-4BB7-8FE3-1B85A0D2FA86}" srcOrd="0" destOrd="0" parTransId="{F9615EA0-BD47-442C-BB49-817C355F40DB}" sibTransId="{D970BACB-7D02-462E-A5BE-FF7FF8819C9B}"/>
    <dgm:cxn modelId="{3BBE3B91-840E-4AD0-ABF7-248F26226AB4}" type="presOf" srcId="{25AAB1FC-E91E-41E4-8272-50EF6F237026}" destId="{D1EFB113-2700-4E7C-A83D-76A2278FF127}" srcOrd="0" destOrd="0" presId="urn:microsoft.com/office/officeart/2005/8/layout/hierarchy1"/>
    <dgm:cxn modelId="{7B611EAF-0681-4B2A-9799-43B8813C4BC5}" srcId="{43548E83-9C36-4788-8130-B44DD8E71D5D}" destId="{25AAB1FC-E91E-41E4-8272-50EF6F237026}" srcOrd="1" destOrd="0" parTransId="{DCF8A8E4-98DB-4FAA-98E8-170A8FA513CD}" sibTransId="{D6E435A0-DDF1-4CA4-8714-D57C5034BC0A}"/>
    <dgm:cxn modelId="{D244B2C1-C67D-406B-84B5-901CDB5F1E96}" type="presOf" srcId="{1576474A-4049-4BB7-8FE3-1B85A0D2FA86}" destId="{EFA7BD0D-61A9-4CD1-819B-B25903A7DD55}" srcOrd="0" destOrd="0" presId="urn:microsoft.com/office/officeart/2005/8/layout/hierarchy1"/>
    <dgm:cxn modelId="{4084BA02-EE38-4768-906D-FB6BB4031502}" type="presOf" srcId="{F82A177D-97F4-4067-8E4A-1097686CFECA}" destId="{10338C3A-F060-4FB4-9759-7101157AEDC3}" srcOrd="0" destOrd="0" presId="urn:microsoft.com/office/officeart/2005/8/layout/hierarchy1"/>
    <dgm:cxn modelId="{B23D3A04-5AF4-42A7-8380-23D1399A03C9}" type="presParOf" srcId="{A263E3D3-5E33-4905-979F-5DD88307253F}" destId="{0C694C7E-AFE5-4C92-AA02-630DDC87D2E4}" srcOrd="0" destOrd="0" presId="urn:microsoft.com/office/officeart/2005/8/layout/hierarchy1"/>
    <dgm:cxn modelId="{2A516BBD-9720-492F-8707-57BF08067639}" type="presParOf" srcId="{0C694C7E-AFE5-4C92-AA02-630DDC87D2E4}" destId="{7391B529-BE4F-40E8-96FA-588E448FB2FF}" srcOrd="0" destOrd="0" presId="urn:microsoft.com/office/officeart/2005/8/layout/hierarchy1"/>
    <dgm:cxn modelId="{255A4ABD-E929-4CDA-99DA-3D440DAC2847}" type="presParOf" srcId="{7391B529-BE4F-40E8-96FA-588E448FB2FF}" destId="{04B6E268-C9E7-430D-8995-A3A427C96C32}" srcOrd="0" destOrd="0" presId="urn:microsoft.com/office/officeart/2005/8/layout/hierarchy1"/>
    <dgm:cxn modelId="{3E28480C-30F7-4590-8B8C-200BC36622A9}" type="presParOf" srcId="{7391B529-BE4F-40E8-96FA-588E448FB2FF}" destId="{EFA7BD0D-61A9-4CD1-819B-B25903A7DD55}" srcOrd="1" destOrd="0" presId="urn:microsoft.com/office/officeart/2005/8/layout/hierarchy1"/>
    <dgm:cxn modelId="{7BB8B18A-FB90-4602-8E66-454C464770F5}" type="presParOf" srcId="{0C694C7E-AFE5-4C92-AA02-630DDC87D2E4}" destId="{A6D05044-9827-45C1-9CDC-BA00E8E19F1F}" srcOrd="1" destOrd="0" presId="urn:microsoft.com/office/officeart/2005/8/layout/hierarchy1"/>
    <dgm:cxn modelId="{D6108E61-6B5D-4AAE-9B6C-84AB9697D5BB}" type="presParOf" srcId="{A263E3D3-5E33-4905-979F-5DD88307253F}" destId="{B58C9026-7E4F-4970-A2DB-1248BE15A1CC}" srcOrd="1" destOrd="0" presId="urn:microsoft.com/office/officeart/2005/8/layout/hierarchy1"/>
    <dgm:cxn modelId="{78EE9049-4980-4644-9E84-704416BC471C}" type="presParOf" srcId="{B58C9026-7E4F-4970-A2DB-1248BE15A1CC}" destId="{BA83B117-26EE-45D3-BD37-68C8183748D2}" srcOrd="0" destOrd="0" presId="urn:microsoft.com/office/officeart/2005/8/layout/hierarchy1"/>
    <dgm:cxn modelId="{0CE1BB40-FD04-4695-B16F-02AB32D7B1CB}" type="presParOf" srcId="{BA83B117-26EE-45D3-BD37-68C8183748D2}" destId="{04A3DACE-07EF-49C5-9371-241A2A7776A5}" srcOrd="0" destOrd="0" presId="urn:microsoft.com/office/officeart/2005/8/layout/hierarchy1"/>
    <dgm:cxn modelId="{D16990BB-65C7-45B7-B585-B9DBE691694E}" type="presParOf" srcId="{BA83B117-26EE-45D3-BD37-68C8183748D2}" destId="{D1EFB113-2700-4E7C-A83D-76A2278FF127}" srcOrd="1" destOrd="0" presId="urn:microsoft.com/office/officeart/2005/8/layout/hierarchy1"/>
    <dgm:cxn modelId="{0DC6C4C8-DEDB-4BF8-9DBB-350296508960}" type="presParOf" srcId="{B58C9026-7E4F-4970-A2DB-1248BE15A1CC}" destId="{AA607FBB-8C60-4C2F-B5CC-07F4841B1822}" srcOrd="1" destOrd="0" presId="urn:microsoft.com/office/officeart/2005/8/layout/hierarchy1"/>
    <dgm:cxn modelId="{75E3AB2C-4616-40B9-8508-3DF5B9D4FCC6}" type="presParOf" srcId="{A263E3D3-5E33-4905-979F-5DD88307253F}" destId="{4B3C26D1-C6C5-4585-B46E-EA6D5AE68A32}" srcOrd="2" destOrd="0" presId="urn:microsoft.com/office/officeart/2005/8/layout/hierarchy1"/>
    <dgm:cxn modelId="{2D961B45-8C7D-4C3A-BC7F-DEC35DD46809}" type="presParOf" srcId="{4B3C26D1-C6C5-4585-B46E-EA6D5AE68A32}" destId="{17B0914A-5C86-4184-A973-1E4B7E58E5A2}" srcOrd="0" destOrd="0" presId="urn:microsoft.com/office/officeart/2005/8/layout/hierarchy1"/>
    <dgm:cxn modelId="{650DF10E-F555-43E1-BEBC-D30CA5271BC9}" type="presParOf" srcId="{17B0914A-5C86-4184-A973-1E4B7E58E5A2}" destId="{F855F1B1-00F1-4F3E-91C8-413A088BDE37}" srcOrd="0" destOrd="0" presId="urn:microsoft.com/office/officeart/2005/8/layout/hierarchy1"/>
    <dgm:cxn modelId="{F961F100-0BA0-473A-AE13-2B14008ABE65}" type="presParOf" srcId="{17B0914A-5C86-4184-A973-1E4B7E58E5A2}" destId="{10338C3A-F060-4FB4-9759-7101157AEDC3}" srcOrd="1" destOrd="0" presId="urn:microsoft.com/office/officeart/2005/8/layout/hierarchy1"/>
    <dgm:cxn modelId="{88B928C5-49A6-4FBA-B731-2E8FE5A277D5}" type="presParOf" srcId="{4B3C26D1-C6C5-4585-B46E-EA6D5AE68A32}" destId="{E847545F-BF41-4C0A-8334-81BB5378ABBE}" srcOrd="1" destOrd="0" presId="urn:microsoft.com/office/officeart/2005/8/layout/hierarchy1"/>
    <dgm:cxn modelId="{5C57F938-3F3D-4119-BFDB-A449E048ECDD}" type="presParOf" srcId="{A263E3D3-5E33-4905-979F-5DD88307253F}" destId="{FFD55A67-C3D1-4CB1-9B43-415BE117E890}" srcOrd="3" destOrd="0" presId="urn:microsoft.com/office/officeart/2005/8/layout/hierarchy1"/>
    <dgm:cxn modelId="{9A1FA280-5480-43C6-A982-AD377CF532CC}" type="presParOf" srcId="{FFD55A67-C3D1-4CB1-9B43-415BE117E890}" destId="{8B2F335A-E282-464D-9904-2A0D98EB1CD8}" srcOrd="0" destOrd="0" presId="urn:microsoft.com/office/officeart/2005/8/layout/hierarchy1"/>
    <dgm:cxn modelId="{7C2FB4B5-C243-49C7-9055-77B1CF070708}" type="presParOf" srcId="{8B2F335A-E282-464D-9904-2A0D98EB1CD8}" destId="{4E632417-818D-4964-AECF-F6EF5CE806F4}" srcOrd="0" destOrd="0" presId="urn:microsoft.com/office/officeart/2005/8/layout/hierarchy1"/>
    <dgm:cxn modelId="{B5704D24-2AB6-4195-9D34-FF9E63A8BAC4}" type="presParOf" srcId="{8B2F335A-E282-464D-9904-2A0D98EB1CD8}" destId="{C5904FAE-4F14-4C9F-BA7E-23C2F22E3648}" srcOrd="1" destOrd="0" presId="urn:microsoft.com/office/officeart/2005/8/layout/hierarchy1"/>
    <dgm:cxn modelId="{FEF2C854-00A2-4305-AB9A-B135D4568EE7}" type="presParOf" srcId="{FFD55A67-C3D1-4CB1-9B43-415BE117E890}" destId="{A5363845-57BE-4835-84F7-5FE6FECDB17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787BC19-3A21-452D-BD26-C3DC30D8A60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FE554F-ED30-4F27-A7F6-9FFAEDEAF2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ALE (Accumulated Local Effects):</a:t>
          </a:r>
          <a:r>
            <a:rPr lang="en-US" b="0" i="0" baseline="0" dirty="0"/>
            <a:t/>
          </a:r>
          <a:br>
            <a:rPr lang="en-US" b="0" i="0" baseline="0" dirty="0"/>
          </a:br>
          <a:r>
            <a:rPr lang="en-US" b="0" i="0" baseline="0" dirty="0"/>
            <a:t>Shows how each feature affects predictions across the whole dataset.</a:t>
          </a:r>
          <a:br>
            <a:rPr lang="en-US" b="0" i="0" baseline="0" dirty="0"/>
          </a:br>
          <a:r>
            <a:rPr lang="en-US" b="0" i="0" baseline="0" dirty="0"/>
            <a:t> </a:t>
          </a:r>
          <a:r>
            <a:rPr lang="en-US" b="0" i="1" baseline="0" dirty="0"/>
            <a:t>Reliable global explanation.</a:t>
          </a:r>
          <a:endParaRPr lang="en-US" dirty="0"/>
        </a:p>
      </dgm:t>
    </dgm:pt>
    <dgm:pt modelId="{5411EB81-EFF3-4DDF-B354-5CED49278F26}" type="parTrans" cxnId="{488F94CC-E116-4116-99F7-6C83916BD37F}">
      <dgm:prSet/>
      <dgm:spPr/>
      <dgm:t>
        <a:bodyPr/>
        <a:lstStyle/>
        <a:p>
          <a:endParaRPr lang="en-US"/>
        </a:p>
      </dgm:t>
    </dgm:pt>
    <dgm:pt modelId="{5BF6C6AA-EEA4-40A5-83AF-01BE085CCDCB}" type="sibTrans" cxnId="{488F94CC-E116-4116-99F7-6C83916BD37F}">
      <dgm:prSet/>
      <dgm:spPr/>
      <dgm:t>
        <a:bodyPr/>
        <a:lstStyle/>
        <a:p>
          <a:endParaRPr lang="en-US"/>
        </a:p>
      </dgm:t>
    </dgm:pt>
    <dgm:pt modelId="{6ABE3100-17C3-42B2-B2F1-C67072D4D2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PDP (Partial Dependence Plot):</a:t>
          </a:r>
          <a:r>
            <a:rPr lang="en-US" b="0" i="0" baseline="0" dirty="0"/>
            <a:t/>
          </a:r>
          <a:br>
            <a:rPr lang="en-US" b="0" i="0" baseline="0" dirty="0"/>
          </a:br>
          <a:r>
            <a:rPr lang="en-US" b="0" i="0" baseline="0" dirty="0"/>
            <a:t>Visualizes the relationship between a single feature and the target variable.</a:t>
          </a:r>
          <a:br>
            <a:rPr lang="en-US" b="0" i="0" baseline="0" dirty="0"/>
          </a:br>
          <a:r>
            <a:rPr lang="en-US" b="0" i="0" baseline="0" dirty="0"/>
            <a:t> </a:t>
          </a:r>
          <a:r>
            <a:rPr lang="en-US" b="0" i="1" baseline="0" dirty="0"/>
            <a:t>Simple and intuitive global explanation.</a:t>
          </a:r>
          <a:endParaRPr lang="en-US" dirty="0"/>
        </a:p>
      </dgm:t>
    </dgm:pt>
    <dgm:pt modelId="{ACF1AB6A-2D39-4AAD-8611-6C24DF4577E7}" type="parTrans" cxnId="{0A96BCBC-7EB2-4828-AB7E-A6A08A7A83E0}">
      <dgm:prSet/>
      <dgm:spPr/>
      <dgm:t>
        <a:bodyPr/>
        <a:lstStyle/>
        <a:p>
          <a:endParaRPr lang="en-US"/>
        </a:p>
      </dgm:t>
    </dgm:pt>
    <dgm:pt modelId="{D3886914-4D2E-429C-8D34-B5DEB2215417}" type="sibTrans" cxnId="{0A96BCBC-7EB2-4828-AB7E-A6A08A7A83E0}">
      <dgm:prSet/>
      <dgm:spPr/>
      <dgm:t>
        <a:bodyPr/>
        <a:lstStyle/>
        <a:p>
          <a:endParaRPr lang="en-US"/>
        </a:p>
      </dgm:t>
    </dgm:pt>
    <dgm:pt modelId="{0080D4ED-37D6-4AA4-B5E7-F762913E75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SHAP (</a:t>
          </a:r>
          <a:r>
            <a:rPr lang="en-US" b="1" i="0" baseline="0" dirty="0" err="1"/>
            <a:t>SHapley</a:t>
          </a:r>
          <a:r>
            <a:rPr lang="en-US" b="1" i="0" baseline="0" dirty="0"/>
            <a:t> Additive Explanations):</a:t>
          </a:r>
          <a:r>
            <a:rPr lang="en-US" b="0" i="0" baseline="0" dirty="0"/>
            <a:t/>
          </a:r>
          <a:br>
            <a:rPr lang="en-US" b="0" i="0" baseline="0" dirty="0"/>
          </a:br>
          <a:r>
            <a:rPr lang="en-US" b="0" i="0" baseline="0" dirty="0"/>
            <a:t>Measures the contribution of each feature to each individual prediction.</a:t>
          </a:r>
          <a:br>
            <a:rPr lang="en-US" b="0" i="0" baseline="0" dirty="0"/>
          </a:br>
          <a:r>
            <a:rPr lang="en-US" b="0" i="0" baseline="0" dirty="0"/>
            <a:t> </a:t>
          </a:r>
          <a:r>
            <a:rPr lang="en-US" b="0" i="1" baseline="0" dirty="0"/>
            <a:t>Accurate, consistent, and based on solid mathematical theory.</a:t>
          </a:r>
          <a:endParaRPr lang="en-US" dirty="0"/>
        </a:p>
      </dgm:t>
    </dgm:pt>
    <dgm:pt modelId="{8D077D02-04AD-4A28-BB4F-1609C8525AE4}" type="parTrans" cxnId="{D70EB9B4-9F02-456E-A6A9-F485C5ED52CE}">
      <dgm:prSet/>
      <dgm:spPr/>
      <dgm:t>
        <a:bodyPr/>
        <a:lstStyle/>
        <a:p>
          <a:endParaRPr lang="en-US"/>
        </a:p>
      </dgm:t>
    </dgm:pt>
    <dgm:pt modelId="{B14DCAD7-886F-431E-A13F-72430361DA5F}" type="sibTrans" cxnId="{D70EB9B4-9F02-456E-A6A9-F485C5ED52CE}">
      <dgm:prSet/>
      <dgm:spPr/>
      <dgm:t>
        <a:bodyPr/>
        <a:lstStyle/>
        <a:p>
          <a:endParaRPr lang="en-US"/>
        </a:p>
      </dgm:t>
    </dgm:pt>
    <dgm:pt modelId="{8EEE0C1F-2AE3-4E55-826D-E0CC3D341E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LIME (Local Interpretable Model-Agnostic Explanations):</a:t>
          </a:r>
          <a:r>
            <a:rPr lang="en-US" b="0" i="0" baseline="0" dirty="0"/>
            <a:t/>
          </a:r>
          <a:br>
            <a:rPr lang="en-US" b="0" i="0" baseline="0" dirty="0"/>
          </a:br>
          <a:r>
            <a:rPr lang="en-US" b="0" i="0" baseline="0" dirty="0"/>
            <a:t>Explains a single prediction by approximating the model locally.</a:t>
          </a:r>
          <a:br>
            <a:rPr lang="en-US" b="0" i="0" baseline="0" dirty="0"/>
          </a:br>
          <a:r>
            <a:rPr lang="en-US" b="0" i="0" baseline="0" dirty="0"/>
            <a:t> </a:t>
          </a:r>
          <a:r>
            <a:rPr lang="en-US" b="0" i="1" baseline="0" dirty="0"/>
            <a:t>Fast, interpretable, and model-agnostic.</a:t>
          </a:r>
          <a:endParaRPr lang="en-US" dirty="0"/>
        </a:p>
      </dgm:t>
    </dgm:pt>
    <dgm:pt modelId="{2523D009-B048-48FC-B89C-653728454619}" type="parTrans" cxnId="{46044B75-85B2-485F-8393-7E8EF8E53429}">
      <dgm:prSet/>
      <dgm:spPr/>
      <dgm:t>
        <a:bodyPr/>
        <a:lstStyle/>
        <a:p>
          <a:endParaRPr lang="en-US"/>
        </a:p>
      </dgm:t>
    </dgm:pt>
    <dgm:pt modelId="{A0D07B34-EEB7-4610-8DA2-5664055FC8C3}" type="sibTrans" cxnId="{46044B75-85B2-485F-8393-7E8EF8E53429}">
      <dgm:prSet/>
      <dgm:spPr/>
      <dgm:t>
        <a:bodyPr/>
        <a:lstStyle/>
        <a:p>
          <a:endParaRPr lang="en-US"/>
        </a:p>
      </dgm:t>
    </dgm:pt>
    <dgm:pt modelId="{74128383-682B-4D46-AF90-89BD89FAFB66}" type="pres">
      <dgm:prSet presAssocID="{9787BC19-3A21-452D-BD26-C3DC30D8A60A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3CB5F6B-B08D-44E7-A342-E672E701DC96}" type="pres">
      <dgm:prSet presAssocID="{1CFE554F-ED30-4F27-A7F6-9FFAEDEAF2C5}" presName="compNode" presStyleCnt="0"/>
      <dgm:spPr/>
    </dgm:pt>
    <dgm:pt modelId="{FD33DA0C-927F-40D1-891A-7A675785218C}" type="pres">
      <dgm:prSet presAssocID="{1CFE554F-ED30-4F27-A7F6-9FFAEDEAF2C5}" presName="bgRect" presStyleLbl="bgShp" presStyleIdx="0" presStyleCnt="4"/>
      <dgm:spPr/>
    </dgm:pt>
    <dgm:pt modelId="{016FEBED-E05F-4C3D-83C4-8D6B83B7A745}" type="pres">
      <dgm:prSet presAssocID="{1CFE554F-ED30-4F27-A7F6-9FFAEDEAF2C5}" presName="iconRect" presStyleLbl="node1" presStyleIdx="0" presStyleCnt="4"/>
      <dgm:spPr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937C6C87-D401-4779-B9CD-63F3AE001D79}" type="pres">
      <dgm:prSet presAssocID="{1CFE554F-ED30-4F27-A7F6-9FFAEDEAF2C5}" presName="spaceRect" presStyleCnt="0"/>
      <dgm:spPr/>
    </dgm:pt>
    <dgm:pt modelId="{A463A10E-5A64-46E7-865B-E2A7EB4B51C9}" type="pres">
      <dgm:prSet presAssocID="{1CFE554F-ED30-4F27-A7F6-9FFAEDEAF2C5}" presName="parTx" presStyleLbl="revTx" presStyleIdx="0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B75C382C-EE30-4900-A275-8F3F2FB72EE9}" type="pres">
      <dgm:prSet presAssocID="{5BF6C6AA-EEA4-40A5-83AF-01BE085CCDCB}" presName="sibTrans" presStyleCnt="0"/>
      <dgm:spPr/>
    </dgm:pt>
    <dgm:pt modelId="{42CA6B82-6CB3-46EA-B9E8-F31E1F573B24}" type="pres">
      <dgm:prSet presAssocID="{6ABE3100-17C3-42B2-B2F1-C67072D4D27A}" presName="compNode" presStyleCnt="0"/>
      <dgm:spPr/>
    </dgm:pt>
    <dgm:pt modelId="{960FAFF1-8639-4871-BFE2-4FA85B76B28C}" type="pres">
      <dgm:prSet presAssocID="{6ABE3100-17C3-42B2-B2F1-C67072D4D27A}" presName="bgRect" presStyleLbl="bgShp" presStyleIdx="1" presStyleCnt="4"/>
      <dgm:spPr/>
    </dgm:pt>
    <dgm:pt modelId="{E2229DE5-19B7-4B56-B865-26DA3CCFBE0F}" type="pres">
      <dgm:prSet presAssocID="{6ABE3100-17C3-42B2-B2F1-C67072D4D27A}" presName="iconRect" presStyleLbl="node1" presStyleIdx="1" presStyleCnt="4"/>
      <dgm:spPr>
        <a:blipFill>
          <a:blip xmlns:r="http://schemas.openxmlformats.org/officeDocument/2006/relationships"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30DF5C05-C161-4862-BC37-3C714D436E4F}" type="pres">
      <dgm:prSet presAssocID="{6ABE3100-17C3-42B2-B2F1-C67072D4D27A}" presName="spaceRect" presStyleCnt="0"/>
      <dgm:spPr/>
    </dgm:pt>
    <dgm:pt modelId="{CA44387A-890C-439A-89BD-65FB2E9D16E6}" type="pres">
      <dgm:prSet presAssocID="{6ABE3100-17C3-42B2-B2F1-C67072D4D27A}" presName="parTx" presStyleLbl="revTx" presStyleIdx="1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170924E4-0FB1-46D6-A7B3-A9F86CC921B4}" type="pres">
      <dgm:prSet presAssocID="{D3886914-4D2E-429C-8D34-B5DEB2215417}" presName="sibTrans" presStyleCnt="0"/>
      <dgm:spPr/>
    </dgm:pt>
    <dgm:pt modelId="{BECF7497-6849-4B5B-9F71-249370DD2939}" type="pres">
      <dgm:prSet presAssocID="{0080D4ED-37D6-4AA4-B5E7-F762913E754E}" presName="compNode" presStyleCnt="0"/>
      <dgm:spPr/>
    </dgm:pt>
    <dgm:pt modelId="{4929CD18-DC85-4266-BCB2-CC7F5A4E681A}" type="pres">
      <dgm:prSet presAssocID="{0080D4ED-37D6-4AA4-B5E7-F762913E754E}" presName="bgRect" presStyleLbl="bgShp" presStyleIdx="2" presStyleCnt="4"/>
      <dgm:spPr/>
    </dgm:pt>
    <dgm:pt modelId="{674DABFA-CCAE-42DF-9522-D11A885DAFBE}" type="pres">
      <dgm:prSet presAssocID="{0080D4ED-37D6-4AA4-B5E7-F762913E754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440AC041-055D-41ED-A3B7-8C20EB5A9600}" type="pres">
      <dgm:prSet presAssocID="{0080D4ED-37D6-4AA4-B5E7-F762913E754E}" presName="spaceRect" presStyleCnt="0"/>
      <dgm:spPr/>
    </dgm:pt>
    <dgm:pt modelId="{8A083D8E-2F68-4179-9C35-CFAB05C11D19}" type="pres">
      <dgm:prSet presAssocID="{0080D4ED-37D6-4AA4-B5E7-F762913E754E}" presName="parTx" presStyleLbl="revTx" presStyleIdx="2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ECB0B20E-1276-45B8-B41C-162F48E5B159}" type="pres">
      <dgm:prSet presAssocID="{B14DCAD7-886F-431E-A13F-72430361DA5F}" presName="sibTrans" presStyleCnt="0"/>
      <dgm:spPr/>
    </dgm:pt>
    <dgm:pt modelId="{3C759ECD-8631-45FE-8E42-718865E8E7E8}" type="pres">
      <dgm:prSet presAssocID="{8EEE0C1F-2AE3-4E55-826D-E0CC3D341E63}" presName="compNode" presStyleCnt="0"/>
      <dgm:spPr/>
    </dgm:pt>
    <dgm:pt modelId="{1D918572-B599-4DC2-9783-4F447F11702C}" type="pres">
      <dgm:prSet presAssocID="{8EEE0C1F-2AE3-4E55-826D-E0CC3D341E63}" presName="bgRect" presStyleLbl="bgShp" presStyleIdx="3" presStyleCnt="4"/>
      <dgm:spPr/>
    </dgm:pt>
    <dgm:pt modelId="{592D939F-708E-43E2-8CEF-9B18B527EC58}" type="pres">
      <dgm:prSet presAssocID="{8EEE0C1F-2AE3-4E55-826D-E0CC3D341E63}" presName="iconRect" presStyleLbl="node1" presStyleIdx="3" presStyleCnt="4"/>
      <dgm:spPr>
        <a:blipFill>
          <a:blip xmlns:r="http://schemas.openxmlformats.org/officeDocument/2006/relationships"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D4D3A54E-407C-4EA8-9085-FB0643892FD6}" type="pres">
      <dgm:prSet presAssocID="{8EEE0C1F-2AE3-4E55-826D-E0CC3D341E63}" presName="spaceRect" presStyleCnt="0"/>
      <dgm:spPr/>
    </dgm:pt>
    <dgm:pt modelId="{C46DA51C-F82E-46C2-8062-3753C54EA8A7}" type="pres">
      <dgm:prSet presAssocID="{8EEE0C1F-2AE3-4E55-826D-E0CC3D341E63}" presName="parTx" presStyleLbl="revTx" presStyleIdx="3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5F751A82-80B6-4C67-BBC7-E62815E8B44F}" type="presOf" srcId="{6ABE3100-17C3-42B2-B2F1-C67072D4D27A}" destId="{CA44387A-890C-439A-89BD-65FB2E9D16E6}" srcOrd="0" destOrd="0" presId="urn:microsoft.com/office/officeart/2018/2/layout/IconVerticalSolidList"/>
    <dgm:cxn modelId="{99322293-2D27-46C7-BF0E-571628BDF3E2}" type="presOf" srcId="{1CFE554F-ED30-4F27-A7F6-9FFAEDEAF2C5}" destId="{A463A10E-5A64-46E7-865B-E2A7EB4B51C9}" srcOrd="0" destOrd="0" presId="urn:microsoft.com/office/officeart/2018/2/layout/IconVerticalSolidList"/>
    <dgm:cxn modelId="{46044B75-85B2-485F-8393-7E8EF8E53429}" srcId="{9787BC19-3A21-452D-BD26-C3DC30D8A60A}" destId="{8EEE0C1F-2AE3-4E55-826D-E0CC3D341E63}" srcOrd="3" destOrd="0" parTransId="{2523D009-B048-48FC-B89C-653728454619}" sibTransId="{A0D07B34-EEB7-4610-8DA2-5664055FC8C3}"/>
    <dgm:cxn modelId="{BCB5370E-B1DB-457F-858D-F2053CA33FB4}" type="presOf" srcId="{9787BC19-3A21-452D-BD26-C3DC30D8A60A}" destId="{74128383-682B-4D46-AF90-89BD89FAFB66}" srcOrd="0" destOrd="0" presId="urn:microsoft.com/office/officeart/2018/2/layout/IconVerticalSolidList"/>
    <dgm:cxn modelId="{0A96BCBC-7EB2-4828-AB7E-A6A08A7A83E0}" srcId="{9787BC19-3A21-452D-BD26-C3DC30D8A60A}" destId="{6ABE3100-17C3-42B2-B2F1-C67072D4D27A}" srcOrd="1" destOrd="0" parTransId="{ACF1AB6A-2D39-4AAD-8611-6C24DF4577E7}" sibTransId="{D3886914-4D2E-429C-8D34-B5DEB2215417}"/>
    <dgm:cxn modelId="{488F94CC-E116-4116-99F7-6C83916BD37F}" srcId="{9787BC19-3A21-452D-BD26-C3DC30D8A60A}" destId="{1CFE554F-ED30-4F27-A7F6-9FFAEDEAF2C5}" srcOrd="0" destOrd="0" parTransId="{5411EB81-EFF3-4DDF-B354-5CED49278F26}" sibTransId="{5BF6C6AA-EEA4-40A5-83AF-01BE085CCDCB}"/>
    <dgm:cxn modelId="{0A391FFA-639B-4749-AD3A-492E1F914FEE}" type="presOf" srcId="{0080D4ED-37D6-4AA4-B5E7-F762913E754E}" destId="{8A083D8E-2F68-4179-9C35-CFAB05C11D19}" srcOrd="0" destOrd="0" presId="urn:microsoft.com/office/officeart/2018/2/layout/IconVerticalSolidList"/>
    <dgm:cxn modelId="{436F2C59-8487-4987-91C1-9A3B32DD9F02}" type="presOf" srcId="{8EEE0C1F-2AE3-4E55-826D-E0CC3D341E63}" destId="{C46DA51C-F82E-46C2-8062-3753C54EA8A7}" srcOrd="0" destOrd="0" presId="urn:microsoft.com/office/officeart/2018/2/layout/IconVerticalSolidList"/>
    <dgm:cxn modelId="{D70EB9B4-9F02-456E-A6A9-F485C5ED52CE}" srcId="{9787BC19-3A21-452D-BD26-C3DC30D8A60A}" destId="{0080D4ED-37D6-4AA4-B5E7-F762913E754E}" srcOrd="2" destOrd="0" parTransId="{8D077D02-04AD-4A28-BB4F-1609C8525AE4}" sibTransId="{B14DCAD7-886F-431E-A13F-72430361DA5F}"/>
    <dgm:cxn modelId="{B748BD80-0A80-4BEC-99F0-CEA7F2507AC9}" type="presParOf" srcId="{74128383-682B-4D46-AF90-89BD89FAFB66}" destId="{13CB5F6B-B08D-44E7-A342-E672E701DC96}" srcOrd="0" destOrd="0" presId="urn:microsoft.com/office/officeart/2018/2/layout/IconVerticalSolidList"/>
    <dgm:cxn modelId="{21B64E28-87F7-4D98-885F-7E6899448411}" type="presParOf" srcId="{13CB5F6B-B08D-44E7-A342-E672E701DC96}" destId="{FD33DA0C-927F-40D1-891A-7A675785218C}" srcOrd="0" destOrd="0" presId="urn:microsoft.com/office/officeart/2018/2/layout/IconVerticalSolidList"/>
    <dgm:cxn modelId="{2DAE8091-BAD5-447B-A355-F98F6EFF2904}" type="presParOf" srcId="{13CB5F6B-B08D-44E7-A342-E672E701DC96}" destId="{016FEBED-E05F-4C3D-83C4-8D6B83B7A745}" srcOrd="1" destOrd="0" presId="urn:microsoft.com/office/officeart/2018/2/layout/IconVerticalSolidList"/>
    <dgm:cxn modelId="{C3C61C47-5C76-4B18-83FF-E8D7CD0B3C74}" type="presParOf" srcId="{13CB5F6B-B08D-44E7-A342-E672E701DC96}" destId="{937C6C87-D401-4779-B9CD-63F3AE001D79}" srcOrd="2" destOrd="0" presId="urn:microsoft.com/office/officeart/2018/2/layout/IconVerticalSolidList"/>
    <dgm:cxn modelId="{942058E3-951A-452D-AB92-4E7C44C4B888}" type="presParOf" srcId="{13CB5F6B-B08D-44E7-A342-E672E701DC96}" destId="{A463A10E-5A64-46E7-865B-E2A7EB4B51C9}" srcOrd="3" destOrd="0" presId="urn:microsoft.com/office/officeart/2018/2/layout/IconVerticalSolidList"/>
    <dgm:cxn modelId="{DDD97EC0-0494-46C4-A7B3-875D4A53A1E0}" type="presParOf" srcId="{74128383-682B-4D46-AF90-89BD89FAFB66}" destId="{B75C382C-EE30-4900-A275-8F3F2FB72EE9}" srcOrd="1" destOrd="0" presId="urn:microsoft.com/office/officeart/2018/2/layout/IconVerticalSolidList"/>
    <dgm:cxn modelId="{4EE4AABC-4C4F-418C-8CA3-5BD20AB4B14A}" type="presParOf" srcId="{74128383-682B-4D46-AF90-89BD89FAFB66}" destId="{42CA6B82-6CB3-46EA-B9E8-F31E1F573B24}" srcOrd="2" destOrd="0" presId="urn:microsoft.com/office/officeart/2018/2/layout/IconVerticalSolidList"/>
    <dgm:cxn modelId="{927DAB83-C2E2-43E3-8169-7E222704B309}" type="presParOf" srcId="{42CA6B82-6CB3-46EA-B9E8-F31E1F573B24}" destId="{960FAFF1-8639-4871-BFE2-4FA85B76B28C}" srcOrd="0" destOrd="0" presId="urn:microsoft.com/office/officeart/2018/2/layout/IconVerticalSolidList"/>
    <dgm:cxn modelId="{6072CEAA-A123-4F26-B3AF-56128A5D4ACD}" type="presParOf" srcId="{42CA6B82-6CB3-46EA-B9E8-F31E1F573B24}" destId="{E2229DE5-19B7-4B56-B865-26DA3CCFBE0F}" srcOrd="1" destOrd="0" presId="urn:microsoft.com/office/officeart/2018/2/layout/IconVerticalSolidList"/>
    <dgm:cxn modelId="{E9C0796A-68BB-4DB6-9249-2428981469A8}" type="presParOf" srcId="{42CA6B82-6CB3-46EA-B9E8-F31E1F573B24}" destId="{30DF5C05-C161-4862-BC37-3C714D436E4F}" srcOrd="2" destOrd="0" presId="urn:microsoft.com/office/officeart/2018/2/layout/IconVerticalSolidList"/>
    <dgm:cxn modelId="{3BBEEABC-AAC9-4C6B-9692-46EEE517A4C3}" type="presParOf" srcId="{42CA6B82-6CB3-46EA-B9E8-F31E1F573B24}" destId="{CA44387A-890C-439A-89BD-65FB2E9D16E6}" srcOrd="3" destOrd="0" presId="urn:microsoft.com/office/officeart/2018/2/layout/IconVerticalSolidList"/>
    <dgm:cxn modelId="{20859100-5331-4796-89D2-57886B882B45}" type="presParOf" srcId="{74128383-682B-4D46-AF90-89BD89FAFB66}" destId="{170924E4-0FB1-46D6-A7B3-A9F86CC921B4}" srcOrd="3" destOrd="0" presId="urn:microsoft.com/office/officeart/2018/2/layout/IconVerticalSolidList"/>
    <dgm:cxn modelId="{884C3E0F-19BF-487A-B7B7-89F313EACD1D}" type="presParOf" srcId="{74128383-682B-4D46-AF90-89BD89FAFB66}" destId="{BECF7497-6849-4B5B-9F71-249370DD2939}" srcOrd="4" destOrd="0" presId="urn:microsoft.com/office/officeart/2018/2/layout/IconVerticalSolidList"/>
    <dgm:cxn modelId="{799DCD1E-6CCA-471B-AAB3-07D85AE33595}" type="presParOf" srcId="{BECF7497-6849-4B5B-9F71-249370DD2939}" destId="{4929CD18-DC85-4266-BCB2-CC7F5A4E681A}" srcOrd="0" destOrd="0" presId="urn:microsoft.com/office/officeart/2018/2/layout/IconVerticalSolidList"/>
    <dgm:cxn modelId="{D3AA1EFB-5451-4EA7-BE5B-C8C8DA957289}" type="presParOf" srcId="{BECF7497-6849-4B5B-9F71-249370DD2939}" destId="{674DABFA-CCAE-42DF-9522-D11A885DAFBE}" srcOrd="1" destOrd="0" presId="urn:microsoft.com/office/officeart/2018/2/layout/IconVerticalSolidList"/>
    <dgm:cxn modelId="{040D35F0-F1F5-4EBD-9999-662824FAD7F8}" type="presParOf" srcId="{BECF7497-6849-4B5B-9F71-249370DD2939}" destId="{440AC041-055D-41ED-A3B7-8C20EB5A9600}" srcOrd="2" destOrd="0" presId="urn:microsoft.com/office/officeart/2018/2/layout/IconVerticalSolidList"/>
    <dgm:cxn modelId="{85546DB6-2FCC-40CE-9F33-9AE0CA87732B}" type="presParOf" srcId="{BECF7497-6849-4B5B-9F71-249370DD2939}" destId="{8A083D8E-2F68-4179-9C35-CFAB05C11D19}" srcOrd="3" destOrd="0" presId="urn:microsoft.com/office/officeart/2018/2/layout/IconVerticalSolidList"/>
    <dgm:cxn modelId="{949B7149-E93E-4822-AA0F-8C08984F129C}" type="presParOf" srcId="{74128383-682B-4D46-AF90-89BD89FAFB66}" destId="{ECB0B20E-1276-45B8-B41C-162F48E5B159}" srcOrd="5" destOrd="0" presId="urn:microsoft.com/office/officeart/2018/2/layout/IconVerticalSolidList"/>
    <dgm:cxn modelId="{C23474DA-DA48-41FC-85FE-4EA23B0ED2BB}" type="presParOf" srcId="{74128383-682B-4D46-AF90-89BD89FAFB66}" destId="{3C759ECD-8631-45FE-8E42-718865E8E7E8}" srcOrd="6" destOrd="0" presId="urn:microsoft.com/office/officeart/2018/2/layout/IconVerticalSolidList"/>
    <dgm:cxn modelId="{2DCF8AE4-E52D-45E1-9364-D270F2605FDB}" type="presParOf" srcId="{3C759ECD-8631-45FE-8E42-718865E8E7E8}" destId="{1D918572-B599-4DC2-9783-4F447F11702C}" srcOrd="0" destOrd="0" presId="urn:microsoft.com/office/officeart/2018/2/layout/IconVerticalSolidList"/>
    <dgm:cxn modelId="{50D0E5AC-25F4-4C4C-8A6A-0D69D2D69BBB}" type="presParOf" srcId="{3C759ECD-8631-45FE-8E42-718865E8E7E8}" destId="{592D939F-708E-43E2-8CEF-9B18B527EC58}" srcOrd="1" destOrd="0" presId="urn:microsoft.com/office/officeart/2018/2/layout/IconVerticalSolidList"/>
    <dgm:cxn modelId="{7EE6D09A-7853-45F6-8636-C7910BBB63FB}" type="presParOf" srcId="{3C759ECD-8631-45FE-8E42-718865E8E7E8}" destId="{D4D3A54E-407C-4EA8-9085-FB0643892FD6}" srcOrd="2" destOrd="0" presId="urn:microsoft.com/office/officeart/2018/2/layout/IconVerticalSolidList"/>
    <dgm:cxn modelId="{6090AF99-B943-478C-839B-01DF492FD764}" type="presParOf" srcId="{3C759ECD-8631-45FE-8E42-718865E8E7E8}" destId="{C46DA51C-F82E-46C2-8062-3753C54EA8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7E3B69E-2D9D-4F4F-A00F-770F8954EBE3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463D2F9-4734-460D-8765-F5561BFFE173}">
      <dgm:prSet/>
      <dgm:spPr/>
      <dgm:t>
        <a:bodyPr/>
        <a:lstStyle/>
        <a:p>
          <a:r>
            <a:rPr lang="en-US"/>
            <a:t>PDP vs. ALE</a:t>
          </a:r>
        </a:p>
      </dgm:t>
    </dgm:pt>
    <dgm:pt modelId="{05C5E905-3A55-4FDA-87E3-2B2A7CC363EC}" type="parTrans" cxnId="{12260BB7-6CC9-4C11-961A-A53D6B42E0AE}">
      <dgm:prSet/>
      <dgm:spPr/>
      <dgm:t>
        <a:bodyPr/>
        <a:lstStyle/>
        <a:p>
          <a:endParaRPr lang="en-US"/>
        </a:p>
      </dgm:t>
    </dgm:pt>
    <dgm:pt modelId="{67F91AA1-2DF2-4EE5-AF8F-E7F9169D4639}" type="sibTrans" cxnId="{12260BB7-6CC9-4C11-961A-A53D6B42E0AE}">
      <dgm:prSet/>
      <dgm:spPr/>
      <dgm:t>
        <a:bodyPr/>
        <a:lstStyle/>
        <a:p>
          <a:endParaRPr lang="en-US"/>
        </a:p>
      </dgm:t>
    </dgm:pt>
    <dgm:pt modelId="{EF559174-CAF1-43A9-97E2-6CF3C37954F5}">
      <dgm:prSet/>
      <dgm:spPr/>
      <dgm:t>
        <a:bodyPr/>
        <a:lstStyle/>
        <a:p>
          <a:r>
            <a:rPr lang="en-US"/>
            <a:t>Both applied to Linear Regression to show average feature effects.</a:t>
          </a:r>
        </a:p>
      </dgm:t>
    </dgm:pt>
    <dgm:pt modelId="{AD8A7107-F12A-4E92-88B4-52EFDD853DD6}" type="parTrans" cxnId="{5DB178D1-A1AC-46E7-8C85-EF09AEDB1C7E}">
      <dgm:prSet/>
      <dgm:spPr/>
      <dgm:t>
        <a:bodyPr/>
        <a:lstStyle/>
        <a:p>
          <a:endParaRPr lang="en-US"/>
        </a:p>
      </dgm:t>
    </dgm:pt>
    <dgm:pt modelId="{54692C39-7C20-44BA-8BE4-36F70571C89B}" type="sibTrans" cxnId="{5DB178D1-A1AC-46E7-8C85-EF09AEDB1C7E}">
      <dgm:prSet/>
      <dgm:spPr/>
      <dgm:t>
        <a:bodyPr/>
        <a:lstStyle/>
        <a:p>
          <a:endParaRPr lang="en-US"/>
        </a:p>
      </dgm:t>
    </dgm:pt>
    <dgm:pt modelId="{BE3E8C0C-DC36-45BB-BBD8-F0E8D768BAB3}">
      <dgm:prSet/>
      <dgm:spPr/>
      <dgm:t>
        <a:bodyPr/>
        <a:lstStyle/>
        <a:p>
          <a:r>
            <a:rPr lang="en-US"/>
            <a:t>ALE is generally preferred when features might be correlated (likely with economic data), while PDP assumes independence.</a:t>
          </a:r>
        </a:p>
      </dgm:t>
    </dgm:pt>
    <dgm:pt modelId="{4B8884CF-B336-4649-9CD3-697D159950C0}" type="parTrans" cxnId="{D689C5C5-352B-4E01-9270-C2B3C2ED1CCF}">
      <dgm:prSet/>
      <dgm:spPr/>
      <dgm:t>
        <a:bodyPr/>
        <a:lstStyle/>
        <a:p>
          <a:endParaRPr lang="en-US"/>
        </a:p>
      </dgm:t>
    </dgm:pt>
    <dgm:pt modelId="{5717BB3A-ECAE-457E-8735-C5780909DFF9}" type="sibTrans" cxnId="{D689C5C5-352B-4E01-9270-C2B3C2ED1CCF}">
      <dgm:prSet/>
      <dgm:spPr/>
      <dgm:t>
        <a:bodyPr/>
        <a:lstStyle/>
        <a:p>
          <a:endParaRPr lang="en-US"/>
        </a:p>
      </dgm:t>
    </dgm:pt>
    <dgm:pt modelId="{88822ABE-50A4-4591-A07A-822FD6C0016C}">
      <dgm:prSet/>
      <dgm:spPr/>
      <dgm:t>
        <a:bodyPr/>
        <a:lstStyle/>
        <a:p>
          <a:r>
            <a:rPr lang="en-US" dirty="0"/>
            <a:t>Direct comparison possible as both are generated for the 'Unemployment Rate' feature.</a:t>
          </a:r>
        </a:p>
      </dgm:t>
    </dgm:pt>
    <dgm:pt modelId="{8B690E1B-5691-4F5A-9DA8-51BB67D1387C}" type="parTrans" cxnId="{2B65C26E-AA6B-4478-82D2-97C228581DEB}">
      <dgm:prSet/>
      <dgm:spPr/>
      <dgm:t>
        <a:bodyPr/>
        <a:lstStyle/>
        <a:p>
          <a:endParaRPr lang="en-US"/>
        </a:p>
      </dgm:t>
    </dgm:pt>
    <dgm:pt modelId="{15668412-740A-433A-AC0A-BBD6702F365B}" type="sibTrans" cxnId="{2B65C26E-AA6B-4478-82D2-97C228581DEB}">
      <dgm:prSet/>
      <dgm:spPr/>
      <dgm:t>
        <a:bodyPr/>
        <a:lstStyle/>
        <a:p>
          <a:endParaRPr lang="en-US"/>
        </a:p>
      </dgm:t>
    </dgm:pt>
    <dgm:pt modelId="{35681D23-4A7E-424E-AC8C-61EC369DABEA}">
      <dgm:prSet/>
      <dgm:spPr/>
      <dgm:t>
        <a:bodyPr/>
        <a:lstStyle/>
        <a:p>
          <a:r>
            <a:rPr lang="en-US"/>
            <a:t>LIME vs. SHAP (Local):</a:t>
          </a:r>
        </a:p>
      </dgm:t>
    </dgm:pt>
    <dgm:pt modelId="{5831D43F-6EF6-45F5-8E7F-B99BABFE784F}" type="parTrans" cxnId="{FC9A5A16-3C67-4E9E-92F5-86FAE6523A61}">
      <dgm:prSet/>
      <dgm:spPr/>
      <dgm:t>
        <a:bodyPr/>
        <a:lstStyle/>
        <a:p>
          <a:endParaRPr lang="en-US"/>
        </a:p>
      </dgm:t>
    </dgm:pt>
    <dgm:pt modelId="{F0FAFD93-81BC-4AF9-8E95-2E73E9E5E18D}" type="sibTrans" cxnId="{FC9A5A16-3C67-4E9E-92F5-86FAE6523A61}">
      <dgm:prSet/>
      <dgm:spPr/>
      <dgm:t>
        <a:bodyPr/>
        <a:lstStyle/>
        <a:p>
          <a:endParaRPr lang="en-US"/>
        </a:p>
      </dgm:t>
    </dgm:pt>
    <dgm:pt modelId="{D773E75E-64C9-4DBE-9B19-EC5CA82CA20C}">
      <dgm:prSet/>
      <dgm:spPr/>
      <dgm:t>
        <a:bodyPr/>
        <a:lstStyle/>
        <a:p>
          <a:r>
            <a:rPr lang="en-US"/>
            <a:t>Both applied to explain a single prediction from the Linear Regression model.</a:t>
          </a:r>
        </a:p>
      </dgm:t>
    </dgm:pt>
    <dgm:pt modelId="{F362ECD5-0EB0-47FF-ACA1-A06D08C9A013}" type="parTrans" cxnId="{2E020809-BFEC-4C55-84ED-761E627B8E9A}">
      <dgm:prSet/>
      <dgm:spPr/>
      <dgm:t>
        <a:bodyPr/>
        <a:lstStyle/>
        <a:p>
          <a:endParaRPr lang="en-US"/>
        </a:p>
      </dgm:t>
    </dgm:pt>
    <dgm:pt modelId="{D63B6BCC-E635-46BA-B916-EB2888822D29}" type="sibTrans" cxnId="{2E020809-BFEC-4C55-84ED-761E627B8E9A}">
      <dgm:prSet/>
      <dgm:spPr/>
      <dgm:t>
        <a:bodyPr/>
        <a:lstStyle/>
        <a:p>
          <a:endParaRPr lang="en-US"/>
        </a:p>
      </dgm:t>
    </dgm:pt>
    <dgm:pt modelId="{D384EC94-9402-4953-8335-11B248919A7C}">
      <dgm:prSet/>
      <dgm:spPr/>
      <dgm:t>
        <a:bodyPr/>
        <a:lstStyle/>
        <a:p>
          <a:r>
            <a:rPr lang="en-US"/>
            <a:t>LIME provides a local linear approximation.</a:t>
          </a:r>
        </a:p>
      </dgm:t>
    </dgm:pt>
    <dgm:pt modelId="{C3B7965F-8F2F-4982-A9CF-0B113572DD90}" type="parTrans" cxnId="{AE9F4466-E31D-4F63-AA9C-AFD9B870DBA9}">
      <dgm:prSet/>
      <dgm:spPr/>
      <dgm:t>
        <a:bodyPr/>
        <a:lstStyle/>
        <a:p>
          <a:endParaRPr lang="en-US"/>
        </a:p>
      </dgm:t>
    </dgm:pt>
    <dgm:pt modelId="{9598A616-EAAF-43E6-AEA9-D6961EF7CC57}" type="sibTrans" cxnId="{AE9F4466-E31D-4F63-AA9C-AFD9B870DBA9}">
      <dgm:prSet/>
      <dgm:spPr/>
      <dgm:t>
        <a:bodyPr/>
        <a:lstStyle/>
        <a:p>
          <a:endParaRPr lang="en-US"/>
        </a:p>
      </dgm:t>
    </dgm:pt>
    <dgm:pt modelId="{3F924F8C-F5BB-468E-BD9D-60A2DD31398D}">
      <dgm:prSet/>
      <dgm:spPr/>
      <dgm:t>
        <a:bodyPr/>
        <a:lstStyle/>
        <a:p>
          <a:r>
            <a:rPr lang="en-US"/>
            <a:t>SHAP (KernelExplainer) provides feature contributions based on Shapley values (force plot).</a:t>
          </a:r>
        </a:p>
      </dgm:t>
    </dgm:pt>
    <dgm:pt modelId="{B1FD8473-D35B-41BC-B120-DF220FAE2E78}" type="parTrans" cxnId="{232CC87A-C90E-4592-B48A-2538DFF6AE92}">
      <dgm:prSet/>
      <dgm:spPr/>
      <dgm:t>
        <a:bodyPr/>
        <a:lstStyle/>
        <a:p>
          <a:endParaRPr lang="en-US"/>
        </a:p>
      </dgm:t>
    </dgm:pt>
    <dgm:pt modelId="{006E2275-6120-4C87-BD0D-7EEDB7312AEB}" type="sibTrans" cxnId="{232CC87A-C90E-4592-B48A-2538DFF6AE92}">
      <dgm:prSet/>
      <dgm:spPr/>
      <dgm:t>
        <a:bodyPr/>
        <a:lstStyle/>
        <a:p>
          <a:endParaRPr lang="en-US"/>
        </a:p>
      </dgm:t>
    </dgm:pt>
    <dgm:pt modelId="{FFAD4CFD-6084-4D2A-9D72-4DF7FD68EBF5}">
      <dgm:prSet/>
      <dgm:spPr/>
      <dgm:t>
        <a:bodyPr/>
        <a:lstStyle/>
        <a:p>
          <a:r>
            <a:rPr lang="en-US"/>
            <a:t>Allows comparison of local explanation approaches for the same instance.</a:t>
          </a:r>
        </a:p>
      </dgm:t>
    </dgm:pt>
    <dgm:pt modelId="{FA5046C6-401F-49E4-AC1E-6958495BCF52}" type="parTrans" cxnId="{4E6C3D62-E279-4D11-A199-16B0A536D5E1}">
      <dgm:prSet/>
      <dgm:spPr/>
      <dgm:t>
        <a:bodyPr/>
        <a:lstStyle/>
        <a:p>
          <a:endParaRPr lang="en-US"/>
        </a:p>
      </dgm:t>
    </dgm:pt>
    <dgm:pt modelId="{E295AA0D-B883-4AFC-BF59-E46463E470B6}" type="sibTrans" cxnId="{4E6C3D62-E279-4D11-A199-16B0A536D5E1}">
      <dgm:prSet/>
      <dgm:spPr/>
      <dgm:t>
        <a:bodyPr/>
        <a:lstStyle/>
        <a:p>
          <a:endParaRPr lang="en-US"/>
        </a:p>
      </dgm:t>
    </dgm:pt>
    <dgm:pt modelId="{2BE7E894-D72F-47B7-A2F5-40F109E82D83}">
      <dgm:prSet/>
      <dgm:spPr/>
      <dgm:t>
        <a:bodyPr/>
        <a:lstStyle/>
        <a:p>
          <a:r>
            <a:rPr lang="en-US"/>
            <a:t>SHAP (Global) vs. PDP/ALE:</a:t>
          </a:r>
        </a:p>
      </dgm:t>
    </dgm:pt>
    <dgm:pt modelId="{B432A48F-AA59-4F2F-9A1E-CC7225318049}" type="parTrans" cxnId="{4094C38F-484F-402A-B440-40C447635270}">
      <dgm:prSet/>
      <dgm:spPr/>
      <dgm:t>
        <a:bodyPr/>
        <a:lstStyle/>
        <a:p>
          <a:endParaRPr lang="en-US"/>
        </a:p>
      </dgm:t>
    </dgm:pt>
    <dgm:pt modelId="{33369A58-85FA-4AC4-85CE-5814C7109093}" type="sibTrans" cxnId="{4094C38F-484F-402A-B440-40C447635270}">
      <dgm:prSet/>
      <dgm:spPr/>
      <dgm:t>
        <a:bodyPr/>
        <a:lstStyle/>
        <a:p>
          <a:endParaRPr lang="en-US"/>
        </a:p>
      </dgm:t>
    </dgm:pt>
    <dgm:pt modelId="{111B8905-172B-4A29-B0B5-FA10F2F9866E}">
      <dgm:prSet/>
      <dgm:spPr/>
      <dgm:t>
        <a:bodyPr/>
        <a:lstStyle/>
        <a:p>
          <a:r>
            <a:rPr lang="en-US"/>
            <a:t>SHAP `summary_plot` provides global feature importance and effect distribution.</a:t>
          </a:r>
        </a:p>
      </dgm:t>
    </dgm:pt>
    <dgm:pt modelId="{189A51BD-24F9-40F0-865D-3FD53BEE19A5}" type="parTrans" cxnId="{E1C9BC2D-768F-4FFD-BDC5-3E2A83738C04}">
      <dgm:prSet/>
      <dgm:spPr/>
      <dgm:t>
        <a:bodyPr/>
        <a:lstStyle/>
        <a:p>
          <a:endParaRPr lang="en-US"/>
        </a:p>
      </dgm:t>
    </dgm:pt>
    <dgm:pt modelId="{515D22B9-3A54-4A06-B584-DF6B3DA23B9D}" type="sibTrans" cxnId="{E1C9BC2D-768F-4FFD-BDC5-3E2A83738C04}">
      <dgm:prSet/>
      <dgm:spPr/>
      <dgm:t>
        <a:bodyPr/>
        <a:lstStyle/>
        <a:p>
          <a:endParaRPr lang="en-US"/>
        </a:p>
      </dgm:t>
    </dgm:pt>
    <dgm:pt modelId="{C41DE227-3435-4E2B-A9BB-6E6CF4F0BDB0}">
      <dgm:prSet/>
      <dgm:spPr/>
      <dgm:t>
        <a:bodyPr/>
        <a:lstStyle/>
        <a:p>
          <a:r>
            <a:rPr lang="en-US"/>
            <a:t>PDP/ALE provide average feature effect curves.</a:t>
          </a:r>
        </a:p>
      </dgm:t>
    </dgm:pt>
    <dgm:pt modelId="{E1591A06-12BA-400C-83AE-324374FAB538}" type="parTrans" cxnId="{4DB10F4C-F76E-4433-BB87-77C27D348940}">
      <dgm:prSet/>
      <dgm:spPr/>
      <dgm:t>
        <a:bodyPr/>
        <a:lstStyle/>
        <a:p>
          <a:endParaRPr lang="en-US"/>
        </a:p>
      </dgm:t>
    </dgm:pt>
    <dgm:pt modelId="{C07D370B-FC63-4AD3-B12D-EF194651E2C5}" type="sibTrans" cxnId="{4DB10F4C-F76E-4433-BB87-77C27D348940}">
      <dgm:prSet/>
      <dgm:spPr/>
      <dgm:t>
        <a:bodyPr/>
        <a:lstStyle/>
        <a:p>
          <a:endParaRPr lang="en-US"/>
        </a:p>
      </dgm:t>
    </dgm:pt>
    <dgm:pt modelId="{67941485-F781-424E-860F-C2129F8A2CA0}">
      <dgm:prSet/>
      <dgm:spPr/>
      <dgm:t>
        <a:bodyPr/>
        <a:lstStyle/>
        <a:p>
          <a:r>
            <a:rPr lang="en-US"/>
            <a:t>Offer different views of global model behavior.</a:t>
          </a:r>
        </a:p>
      </dgm:t>
    </dgm:pt>
    <dgm:pt modelId="{A31DD5F2-77C3-4D50-BA1B-B86C9916F3AD}" type="parTrans" cxnId="{5ECB410D-01A8-4F6D-9683-F2EC72F17A55}">
      <dgm:prSet/>
      <dgm:spPr/>
      <dgm:t>
        <a:bodyPr/>
        <a:lstStyle/>
        <a:p>
          <a:endParaRPr lang="en-US"/>
        </a:p>
      </dgm:t>
    </dgm:pt>
    <dgm:pt modelId="{27BF8E33-FE84-4E89-8BB9-C36FBCC76D0C}" type="sibTrans" cxnId="{5ECB410D-01A8-4F6D-9683-F2EC72F17A55}">
      <dgm:prSet/>
      <dgm:spPr/>
      <dgm:t>
        <a:bodyPr/>
        <a:lstStyle/>
        <a:p>
          <a:endParaRPr lang="en-US"/>
        </a:p>
      </dgm:t>
    </dgm:pt>
    <dgm:pt modelId="{BABE85C1-2807-42FC-85E4-419E1261E245}">
      <dgm:prSet/>
      <dgm:spPr/>
      <dgm:t>
        <a:bodyPr/>
        <a:lstStyle/>
        <a:p>
          <a:r>
            <a:rPr lang="en-US"/>
            <a:t>*Synthesis:</a:t>
          </a:r>
        </a:p>
      </dgm:t>
    </dgm:pt>
    <dgm:pt modelId="{0899075C-A0C1-4707-86C6-01DB5B8B8834}" type="parTrans" cxnId="{B9E7D61B-A3EB-4A67-A502-7E3D1A279E5A}">
      <dgm:prSet/>
      <dgm:spPr/>
      <dgm:t>
        <a:bodyPr/>
        <a:lstStyle/>
        <a:p>
          <a:endParaRPr lang="en-US"/>
        </a:p>
      </dgm:t>
    </dgm:pt>
    <dgm:pt modelId="{313F7C50-83D8-477E-9952-B93E4F5E112B}" type="sibTrans" cxnId="{B9E7D61B-A3EB-4A67-A502-7E3D1A279E5A}">
      <dgm:prSet/>
      <dgm:spPr/>
      <dgm:t>
        <a:bodyPr/>
        <a:lstStyle/>
        <a:p>
          <a:endParaRPr lang="en-US"/>
        </a:p>
      </dgm:t>
    </dgm:pt>
    <dgm:pt modelId="{055D57D3-BB21-4AB7-92A1-84EC570C1499}">
      <dgm:prSet/>
      <dgm:spPr/>
      <dgm:t>
        <a:bodyPr/>
        <a:lstStyle/>
        <a:p>
          <a:r>
            <a:rPr lang="en-US"/>
            <a:t>The notebook demonstrates four distinct XAI methods on the *same* Linear Regression model.</a:t>
          </a:r>
        </a:p>
      </dgm:t>
    </dgm:pt>
    <dgm:pt modelId="{98FEFAFD-CC4D-4D53-B5D3-A6F63F19278A}" type="parTrans" cxnId="{B818FBB4-00B3-4B42-AB1A-42BDBC46E9BE}">
      <dgm:prSet/>
      <dgm:spPr/>
      <dgm:t>
        <a:bodyPr/>
        <a:lstStyle/>
        <a:p>
          <a:endParaRPr lang="en-US"/>
        </a:p>
      </dgm:t>
    </dgm:pt>
    <dgm:pt modelId="{1B193C47-8A77-4E07-9721-DA58CCEA8850}" type="sibTrans" cxnId="{B818FBB4-00B3-4B42-AB1A-42BDBC46E9BE}">
      <dgm:prSet/>
      <dgm:spPr/>
      <dgm:t>
        <a:bodyPr/>
        <a:lstStyle/>
        <a:p>
          <a:endParaRPr lang="en-US"/>
        </a:p>
      </dgm:t>
    </dgm:pt>
    <dgm:pt modelId="{ABF47238-F53D-43C0-87ED-FF6B52BF5878}">
      <dgm:prSet/>
      <dgm:spPr/>
      <dgm:t>
        <a:bodyPr/>
        <a:lstStyle/>
        <a:p>
          <a:r>
            <a:rPr lang="en-US"/>
            <a:t>This setup facilitates a direct comparison of:</a:t>
          </a:r>
        </a:p>
      </dgm:t>
    </dgm:pt>
    <dgm:pt modelId="{2A04E7B9-B2BE-4097-BB62-996D9E4C7FFB}" type="parTrans" cxnId="{630FBBD7-7BA9-4357-92CA-C340F6831862}">
      <dgm:prSet/>
      <dgm:spPr/>
      <dgm:t>
        <a:bodyPr/>
        <a:lstStyle/>
        <a:p>
          <a:endParaRPr lang="en-US"/>
        </a:p>
      </dgm:t>
    </dgm:pt>
    <dgm:pt modelId="{FEA1F760-7D4A-4EC1-9B05-26F4645DF95F}" type="sibTrans" cxnId="{630FBBD7-7BA9-4357-92CA-C340F6831862}">
      <dgm:prSet/>
      <dgm:spPr/>
      <dgm:t>
        <a:bodyPr/>
        <a:lstStyle/>
        <a:p>
          <a:endParaRPr lang="en-US"/>
        </a:p>
      </dgm:t>
    </dgm:pt>
    <dgm:pt modelId="{9555ABAD-42C3-411E-8C75-D0ED1A48BE63}">
      <dgm:prSet/>
      <dgm:spPr/>
      <dgm:t>
        <a:bodyPr/>
        <a:lstStyle/>
        <a:p>
          <a:r>
            <a:rPr lang="en-US"/>
            <a:t>Global average effects (PDP vs. ALE).</a:t>
          </a:r>
        </a:p>
      </dgm:t>
    </dgm:pt>
    <dgm:pt modelId="{5BF44348-675A-4202-87AB-FCCAFEDFCA27}" type="parTrans" cxnId="{811ACE0D-60BC-4B87-B75E-479EF3735B18}">
      <dgm:prSet/>
      <dgm:spPr/>
      <dgm:t>
        <a:bodyPr/>
        <a:lstStyle/>
        <a:p>
          <a:endParaRPr lang="en-US"/>
        </a:p>
      </dgm:t>
    </dgm:pt>
    <dgm:pt modelId="{31E5CF67-5A3C-49D3-A3D7-03A64A8B5AC4}" type="sibTrans" cxnId="{811ACE0D-60BC-4B87-B75E-479EF3735B18}">
      <dgm:prSet/>
      <dgm:spPr/>
      <dgm:t>
        <a:bodyPr/>
        <a:lstStyle/>
        <a:p>
          <a:endParaRPr lang="en-US"/>
        </a:p>
      </dgm:t>
    </dgm:pt>
    <dgm:pt modelId="{6BA7B5B1-46BC-4541-BDFB-82BDBBD6B0AE}">
      <dgm:prSet/>
      <dgm:spPr/>
      <dgm:t>
        <a:bodyPr/>
        <a:lstStyle/>
        <a:p>
          <a:r>
            <a:rPr lang="en-US"/>
            <a:t>Local prediction explanations (LIME vs. SHAP force plot).</a:t>
          </a:r>
        </a:p>
      </dgm:t>
    </dgm:pt>
    <dgm:pt modelId="{545E9324-F66F-4393-B781-4BF92A955A5F}" type="parTrans" cxnId="{3802D335-8A77-4736-AE94-487368730FCF}">
      <dgm:prSet/>
      <dgm:spPr/>
      <dgm:t>
        <a:bodyPr/>
        <a:lstStyle/>
        <a:p>
          <a:endParaRPr lang="en-US"/>
        </a:p>
      </dgm:t>
    </dgm:pt>
    <dgm:pt modelId="{8B74A81F-1DBC-496F-B817-782578925E74}" type="sibTrans" cxnId="{3802D335-8A77-4736-AE94-487368730FCF}">
      <dgm:prSet/>
      <dgm:spPr/>
      <dgm:t>
        <a:bodyPr/>
        <a:lstStyle/>
        <a:p>
          <a:endParaRPr lang="en-US"/>
        </a:p>
      </dgm:t>
    </dgm:pt>
    <dgm:pt modelId="{A92B8EB6-B9BC-48EE-BBDD-C3E23644452E}">
      <dgm:prSet/>
      <dgm:spPr/>
      <dgm:t>
        <a:bodyPr/>
        <a:lstStyle/>
        <a:p>
          <a:r>
            <a:rPr lang="en-US"/>
            <a:t>Global feature importance (SHAP summary vs. inherent Linear Regression coefficients).</a:t>
          </a:r>
        </a:p>
      </dgm:t>
    </dgm:pt>
    <dgm:pt modelId="{D0B84688-4D62-4C87-B6F4-C52FCACD0BFB}" type="parTrans" cxnId="{0E6E9620-AFF6-425D-916E-6DEB813CB256}">
      <dgm:prSet/>
      <dgm:spPr/>
      <dgm:t>
        <a:bodyPr/>
        <a:lstStyle/>
        <a:p>
          <a:endParaRPr lang="en-US"/>
        </a:p>
      </dgm:t>
    </dgm:pt>
    <dgm:pt modelId="{96F907C2-1DA0-47C6-B984-59F4520801D5}" type="sibTrans" cxnId="{0E6E9620-AFF6-425D-916E-6DEB813CB256}">
      <dgm:prSet/>
      <dgm:spPr/>
      <dgm:t>
        <a:bodyPr/>
        <a:lstStyle/>
        <a:p>
          <a:endParaRPr lang="en-US"/>
        </a:p>
      </dgm:t>
    </dgm:pt>
    <dgm:pt modelId="{85B4AC7F-6503-4A13-B47A-2AB109ED36D7}" type="pres">
      <dgm:prSet presAssocID="{67E3B69E-2D9D-4F4F-A00F-770F8954EBE3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D792265-E8D4-4931-9830-2551092DB48F}" type="pres">
      <dgm:prSet presAssocID="{6463D2F9-4734-460D-8765-F5561BFFE173}" presName="node" presStyleLbl="node1" presStyleIdx="0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B0432B-D415-487A-9383-F8849FDD7F7F}" type="pres">
      <dgm:prSet presAssocID="{67F91AA1-2DF2-4EE5-AF8F-E7F9169D4639}" presName="sibTrans" presStyleLbl="sibTrans1D1" presStyleIdx="0" presStyleCnt="18"/>
      <dgm:spPr/>
      <dgm:t>
        <a:bodyPr/>
        <a:lstStyle/>
        <a:p>
          <a:endParaRPr lang="en-US"/>
        </a:p>
      </dgm:t>
    </dgm:pt>
    <dgm:pt modelId="{A8AA2FE2-51B2-43B1-B2E3-2A3873D8CDCC}" type="pres">
      <dgm:prSet presAssocID="{67F91AA1-2DF2-4EE5-AF8F-E7F9169D4639}" presName="connectorText" presStyleLbl="sibTrans1D1" presStyleIdx="0" presStyleCnt="18"/>
      <dgm:spPr/>
      <dgm:t>
        <a:bodyPr/>
        <a:lstStyle/>
        <a:p>
          <a:endParaRPr lang="en-US"/>
        </a:p>
      </dgm:t>
    </dgm:pt>
    <dgm:pt modelId="{56A661FC-6341-4999-AA74-38F8174C4C65}" type="pres">
      <dgm:prSet presAssocID="{EF559174-CAF1-43A9-97E2-6CF3C37954F5}" presName="node" presStyleLbl="node1" presStyleIdx="1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054094-F90E-4144-8AF7-0AE639047E76}" type="pres">
      <dgm:prSet presAssocID="{54692C39-7C20-44BA-8BE4-36F70571C89B}" presName="sibTrans" presStyleLbl="sibTrans1D1" presStyleIdx="1" presStyleCnt="18"/>
      <dgm:spPr/>
      <dgm:t>
        <a:bodyPr/>
        <a:lstStyle/>
        <a:p>
          <a:endParaRPr lang="en-US"/>
        </a:p>
      </dgm:t>
    </dgm:pt>
    <dgm:pt modelId="{F73365CF-D7F2-49CE-933B-0D0A437F65E6}" type="pres">
      <dgm:prSet presAssocID="{54692C39-7C20-44BA-8BE4-36F70571C89B}" presName="connectorText" presStyleLbl="sibTrans1D1" presStyleIdx="1" presStyleCnt="18"/>
      <dgm:spPr/>
      <dgm:t>
        <a:bodyPr/>
        <a:lstStyle/>
        <a:p>
          <a:endParaRPr lang="en-US"/>
        </a:p>
      </dgm:t>
    </dgm:pt>
    <dgm:pt modelId="{88386DE9-0158-4CD1-8028-5A0981C4F804}" type="pres">
      <dgm:prSet presAssocID="{BE3E8C0C-DC36-45BB-BBD8-F0E8D768BAB3}" presName="node" presStyleLbl="node1" presStyleIdx="2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DC014F4-1C74-44B4-BF6D-6198FBA8917E}" type="pres">
      <dgm:prSet presAssocID="{5717BB3A-ECAE-457E-8735-C5780909DFF9}" presName="sibTrans" presStyleLbl="sibTrans1D1" presStyleIdx="2" presStyleCnt="18"/>
      <dgm:spPr/>
      <dgm:t>
        <a:bodyPr/>
        <a:lstStyle/>
        <a:p>
          <a:endParaRPr lang="en-US"/>
        </a:p>
      </dgm:t>
    </dgm:pt>
    <dgm:pt modelId="{F3443DFC-B605-441C-BDCF-730069F10471}" type="pres">
      <dgm:prSet presAssocID="{5717BB3A-ECAE-457E-8735-C5780909DFF9}" presName="connectorText" presStyleLbl="sibTrans1D1" presStyleIdx="2" presStyleCnt="18"/>
      <dgm:spPr/>
      <dgm:t>
        <a:bodyPr/>
        <a:lstStyle/>
        <a:p>
          <a:endParaRPr lang="en-US"/>
        </a:p>
      </dgm:t>
    </dgm:pt>
    <dgm:pt modelId="{BCDAABEE-0BBB-4027-87E4-0A1C3EDAA3E6}" type="pres">
      <dgm:prSet presAssocID="{88822ABE-50A4-4591-A07A-822FD6C0016C}" presName="node" presStyleLbl="node1" presStyleIdx="3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C26476-7D8A-4ECD-9BE3-FCEBDD880DA6}" type="pres">
      <dgm:prSet presAssocID="{15668412-740A-433A-AC0A-BBD6702F365B}" presName="sibTrans" presStyleLbl="sibTrans1D1" presStyleIdx="3" presStyleCnt="18"/>
      <dgm:spPr/>
      <dgm:t>
        <a:bodyPr/>
        <a:lstStyle/>
        <a:p>
          <a:endParaRPr lang="en-US"/>
        </a:p>
      </dgm:t>
    </dgm:pt>
    <dgm:pt modelId="{611E1B28-894A-4520-A7E3-4A19F0F3FBB5}" type="pres">
      <dgm:prSet presAssocID="{15668412-740A-433A-AC0A-BBD6702F365B}" presName="connectorText" presStyleLbl="sibTrans1D1" presStyleIdx="3" presStyleCnt="18"/>
      <dgm:spPr/>
      <dgm:t>
        <a:bodyPr/>
        <a:lstStyle/>
        <a:p>
          <a:endParaRPr lang="en-US"/>
        </a:p>
      </dgm:t>
    </dgm:pt>
    <dgm:pt modelId="{726F16E0-EA4E-4DF3-9253-4561E282ECEE}" type="pres">
      <dgm:prSet presAssocID="{35681D23-4A7E-424E-AC8C-61EC369DABEA}" presName="node" presStyleLbl="node1" presStyleIdx="4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33B49BB-E180-478E-8F96-94B61AED8521}" type="pres">
      <dgm:prSet presAssocID="{F0FAFD93-81BC-4AF9-8E95-2E73E9E5E18D}" presName="sibTrans" presStyleLbl="sibTrans1D1" presStyleIdx="4" presStyleCnt="18"/>
      <dgm:spPr/>
      <dgm:t>
        <a:bodyPr/>
        <a:lstStyle/>
        <a:p>
          <a:endParaRPr lang="en-US"/>
        </a:p>
      </dgm:t>
    </dgm:pt>
    <dgm:pt modelId="{AEAD075A-ADBB-47E9-A4C5-D93681932B97}" type="pres">
      <dgm:prSet presAssocID="{F0FAFD93-81BC-4AF9-8E95-2E73E9E5E18D}" presName="connectorText" presStyleLbl="sibTrans1D1" presStyleIdx="4" presStyleCnt="18"/>
      <dgm:spPr/>
      <dgm:t>
        <a:bodyPr/>
        <a:lstStyle/>
        <a:p>
          <a:endParaRPr lang="en-US"/>
        </a:p>
      </dgm:t>
    </dgm:pt>
    <dgm:pt modelId="{3A3572AF-9070-41DA-96B5-426CC2A9DF8C}" type="pres">
      <dgm:prSet presAssocID="{D773E75E-64C9-4DBE-9B19-EC5CA82CA20C}" presName="node" presStyleLbl="node1" presStyleIdx="5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88B658-CC30-476C-A085-5F00A125271A}" type="pres">
      <dgm:prSet presAssocID="{D63B6BCC-E635-46BA-B916-EB2888822D29}" presName="sibTrans" presStyleLbl="sibTrans1D1" presStyleIdx="5" presStyleCnt="18"/>
      <dgm:spPr/>
      <dgm:t>
        <a:bodyPr/>
        <a:lstStyle/>
        <a:p>
          <a:endParaRPr lang="en-US"/>
        </a:p>
      </dgm:t>
    </dgm:pt>
    <dgm:pt modelId="{DA50F087-7E96-41DE-8DD6-20D5DC91026D}" type="pres">
      <dgm:prSet presAssocID="{D63B6BCC-E635-46BA-B916-EB2888822D29}" presName="connectorText" presStyleLbl="sibTrans1D1" presStyleIdx="5" presStyleCnt="18"/>
      <dgm:spPr/>
      <dgm:t>
        <a:bodyPr/>
        <a:lstStyle/>
        <a:p>
          <a:endParaRPr lang="en-US"/>
        </a:p>
      </dgm:t>
    </dgm:pt>
    <dgm:pt modelId="{C51147B2-749F-40A8-8070-B645C0C38EDF}" type="pres">
      <dgm:prSet presAssocID="{D384EC94-9402-4953-8335-11B248919A7C}" presName="node" presStyleLbl="node1" presStyleIdx="6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E290F04-C5BE-4356-AEA1-BEBEAB9FE1D8}" type="pres">
      <dgm:prSet presAssocID="{9598A616-EAAF-43E6-AEA9-D6961EF7CC57}" presName="sibTrans" presStyleLbl="sibTrans1D1" presStyleIdx="6" presStyleCnt="18"/>
      <dgm:spPr/>
      <dgm:t>
        <a:bodyPr/>
        <a:lstStyle/>
        <a:p>
          <a:endParaRPr lang="en-US"/>
        </a:p>
      </dgm:t>
    </dgm:pt>
    <dgm:pt modelId="{FBB68617-AB29-418C-9F61-81C8206DE869}" type="pres">
      <dgm:prSet presAssocID="{9598A616-EAAF-43E6-AEA9-D6961EF7CC57}" presName="connectorText" presStyleLbl="sibTrans1D1" presStyleIdx="6" presStyleCnt="18"/>
      <dgm:spPr/>
      <dgm:t>
        <a:bodyPr/>
        <a:lstStyle/>
        <a:p>
          <a:endParaRPr lang="en-US"/>
        </a:p>
      </dgm:t>
    </dgm:pt>
    <dgm:pt modelId="{FB639B97-4A34-469A-8229-E68DC03A83B1}" type="pres">
      <dgm:prSet presAssocID="{3F924F8C-F5BB-468E-BD9D-60A2DD31398D}" presName="node" presStyleLbl="node1" presStyleIdx="7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9B12FE-238B-4D85-A980-358DE9465543}" type="pres">
      <dgm:prSet presAssocID="{006E2275-6120-4C87-BD0D-7EEDB7312AEB}" presName="sibTrans" presStyleLbl="sibTrans1D1" presStyleIdx="7" presStyleCnt="18"/>
      <dgm:spPr/>
      <dgm:t>
        <a:bodyPr/>
        <a:lstStyle/>
        <a:p>
          <a:endParaRPr lang="en-US"/>
        </a:p>
      </dgm:t>
    </dgm:pt>
    <dgm:pt modelId="{75A2E7FB-DC3D-4041-B74A-D41EEB4A4750}" type="pres">
      <dgm:prSet presAssocID="{006E2275-6120-4C87-BD0D-7EEDB7312AEB}" presName="connectorText" presStyleLbl="sibTrans1D1" presStyleIdx="7" presStyleCnt="18"/>
      <dgm:spPr/>
      <dgm:t>
        <a:bodyPr/>
        <a:lstStyle/>
        <a:p>
          <a:endParaRPr lang="en-US"/>
        </a:p>
      </dgm:t>
    </dgm:pt>
    <dgm:pt modelId="{B12A335D-0F2E-4F69-8BCE-0BB9CC7F24A5}" type="pres">
      <dgm:prSet presAssocID="{FFAD4CFD-6084-4D2A-9D72-4DF7FD68EBF5}" presName="node" presStyleLbl="node1" presStyleIdx="8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F52BCF2-D79F-46F5-973F-FBDFCA3314FD}" type="pres">
      <dgm:prSet presAssocID="{E295AA0D-B883-4AFC-BF59-E46463E470B6}" presName="sibTrans" presStyleLbl="sibTrans1D1" presStyleIdx="8" presStyleCnt="18"/>
      <dgm:spPr/>
      <dgm:t>
        <a:bodyPr/>
        <a:lstStyle/>
        <a:p>
          <a:endParaRPr lang="en-US"/>
        </a:p>
      </dgm:t>
    </dgm:pt>
    <dgm:pt modelId="{F1DFAC92-AD35-4E28-8F3E-868FDBFE3858}" type="pres">
      <dgm:prSet presAssocID="{E295AA0D-B883-4AFC-BF59-E46463E470B6}" presName="connectorText" presStyleLbl="sibTrans1D1" presStyleIdx="8" presStyleCnt="18"/>
      <dgm:spPr/>
      <dgm:t>
        <a:bodyPr/>
        <a:lstStyle/>
        <a:p>
          <a:endParaRPr lang="en-US"/>
        </a:p>
      </dgm:t>
    </dgm:pt>
    <dgm:pt modelId="{5D87F780-F9E3-4A8F-B6E2-8E8920B79D94}" type="pres">
      <dgm:prSet presAssocID="{2BE7E894-D72F-47B7-A2F5-40F109E82D83}" presName="node" presStyleLbl="node1" presStyleIdx="9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5B33BA-B8AF-41E8-93FE-E6AC3BC4B0C9}" type="pres">
      <dgm:prSet presAssocID="{33369A58-85FA-4AC4-85CE-5814C7109093}" presName="sibTrans" presStyleLbl="sibTrans1D1" presStyleIdx="9" presStyleCnt="18"/>
      <dgm:spPr/>
      <dgm:t>
        <a:bodyPr/>
        <a:lstStyle/>
        <a:p>
          <a:endParaRPr lang="en-US"/>
        </a:p>
      </dgm:t>
    </dgm:pt>
    <dgm:pt modelId="{31D8B48A-01FB-4567-9D30-68AED715B1D1}" type="pres">
      <dgm:prSet presAssocID="{33369A58-85FA-4AC4-85CE-5814C7109093}" presName="connectorText" presStyleLbl="sibTrans1D1" presStyleIdx="9" presStyleCnt="18"/>
      <dgm:spPr/>
      <dgm:t>
        <a:bodyPr/>
        <a:lstStyle/>
        <a:p>
          <a:endParaRPr lang="en-US"/>
        </a:p>
      </dgm:t>
    </dgm:pt>
    <dgm:pt modelId="{58F3A58B-1DEB-4404-8715-EC7ED77BA275}" type="pres">
      <dgm:prSet presAssocID="{111B8905-172B-4A29-B0B5-FA10F2F9866E}" presName="node" presStyleLbl="node1" presStyleIdx="10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D4081F-2FEF-4CF8-8472-4B7C4DECD13A}" type="pres">
      <dgm:prSet presAssocID="{515D22B9-3A54-4A06-B584-DF6B3DA23B9D}" presName="sibTrans" presStyleLbl="sibTrans1D1" presStyleIdx="10" presStyleCnt="18"/>
      <dgm:spPr/>
      <dgm:t>
        <a:bodyPr/>
        <a:lstStyle/>
        <a:p>
          <a:endParaRPr lang="en-US"/>
        </a:p>
      </dgm:t>
    </dgm:pt>
    <dgm:pt modelId="{EB0B0D0A-671E-4CFB-B279-151959B5B4E2}" type="pres">
      <dgm:prSet presAssocID="{515D22B9-3A54-4A06-B584-DF6B3DA23B9D}" presName="connectorText" presStyleLbl="sibTrans1D1" presStyleIdx="10" presStyleCnt="18"/>
      <dgm:spPr/>
      <dgm:t>
        <a:bodyPr/>
        <a:lstStyle/>
        <a:p>
          <a:endParaRPr lang="en-US"/>
        </a:p>
      </dgm:t>
    </dgm:pt>
    <dgm:pt modelId="{E5FEB128-EC58-4C40-884A-822FBA953D85}" type="pres">
      <dgm:prSet presAssocID="{C41DE227-3435-4E2B-A9BB-6E6CF4F0BDB0}" presName="node" presStyleLbl="node1" presStyleIdx="11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B6324E-6F84-4867-A2B3-6D856EDF294E}" type="pres">
      <dgm:prSet presAssocID="{C07D370B-FC63-4AD3-B12D-EF194651E2C5}" presName="sibTrans" presStyleLbl="sibTrans1D1" presStyleIdx="11" presStyleCnt="18"/>
      <dgm:spPr/>
      <dgm:t>
        <a:bodyPr/>
        <a:lstStyle/>
        <a:p>
          <a:endParaRPr lang="en-US"/>
        </a:p>
      </dgm:t>
    </dgm:pt>
    <dgm:pt modelId="{43D989F5-F8FB-4B40-9977-928907C2BBF3}" type="pres">
      <dgm:prSet presAssocID="{C07D370B-FC63-4AD3-B12D-EF194651E2C5}" presName="connectorText" presStyleLbl="sibTrans1D1" presStyleIdx="11" presStyleCnt="18"/>
      <dgm:spPr/>
      <dgm:t>
        <a:bodyPr/>
        <a:lstStyle/>
        <a:p>
          <a:endParaRPr lang="en-US"/>
        </a:p>
      </dgm:t>
    </dgm:pt>
    <dgm:pt modelId="{11BC00B4-2BFF-40E6-AD86-B443213A3B19}" type="pres">
      <dgm:prSet presAssocID="{67941485-F781-424E-860F-C2129F8A2CA0}" presName="node" presStyleLbl="node1" presStyleIdx="12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4B3BB1-70C3-4E4B-BD91-2BFE0DA6004C}" type="pres">
      <dgm:prSet presAssocID="{27BF8E33-FE84-4E89-8BB9-C36FBCC76D0C}" presName="sibTrans" presStyleLbl="sibTrans1D1" presStyleIdx="12" presStyleCnt="18"/>
      <dgm:spPr/>
      <dgm:t>
        <a:bodyPr/>
        <a:lstStyle/>
        <a:p>
          <a:endParaRPr lang="en-US"/>
        </a:p>
      </dgm:t>
    </dgm:pt>
    <dgm:pt modelId="{6798C9F4-5137-439A-8137-D9D31DCD5CEC}" type="pres">
      <dgm:prSet presAssocID="{27BF8E33-FE84-4E89-8BB9-C36FBCC76D0C}" presName="connectorText" presStyleLbl="sibTrans1D1" presStyleIdx="12" presStyleCnt="18"/>
      <dgm:spPr/>
      <dgm:t>
        <a:bodyPr/>
        <a:lstStyle/>
        <a:p>
          <a:endParaRPr lang="en-US"/>
        </a:p>
      </dgm:t>
    </dgm:pt>
    <dgm:pt modelId="{01F6F4AB-2925-402E-942D-A39C4690D773}" type="pres">
      <dgm:prSet presAssocID="{BABE85C1-2807-42FC-85E4-419E1261E245}" presName="node" presStyleLbl="node1" presStyleIdx="13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A60896-DEF9-453C-B258-6C32A8AD2ED4}" type="pres">
      <dgm:prSet presAssocID="{313F7C50-83D8-477E-9952-B93E4F5E112B}" presName="sibTrans" presStyleLbl="sibTrans1D1" presStyleIdx="13" presStyleCnt="18"/>
      <dgm:spPr/>
      <dgm:t>
        <a:bodyPr/>
        <a:lstStyle/>
        <a:p>
          <a:endParaRPr lang="en-US"/>
        </a:p>
      </dgm:t>
    </dgm:pt>
    <dgm:pt modelId="{29E8A597-094C-48C9-9A24-A26FD4EC4859}" type="pres">
      <dgm:prSet presAssocID="{313F7C50-83D8-477E-9952-B93E4F5E112B}" presName="connectorText" presStyleLbl="sibTrans1D1" presStyleIdx="13" presStyleCnt="18"/>
      <dgm:spPr/>
      <dgm:t>
        <a:bodyPr/>
        <a:lstStyle/>
        <a:p>
          <a:endParaRPr lang="en-US"/>
        </a:p>
      </dgm:t>
    </dgm:pt>
    <dgm:pt modelId="{68E53118-3E13-459C-A67B-69C4EF79943A}" type="pres">
      <dgm:prSet presAssocID="{055D57D3-BB21-4AB7-92A1-84EC570C1499}" presName="node" presStyleLbl="node1" presStyleIdx="14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7643C0-326F-4346-B4AD-B8ADF7381EA3}" type="pres">
      <dgm:prSet presAssocID="{1B193C47-8A77-4E07-9721-DA58CCEA8850}" presName="sibTrans" presStyleLbl="sibTrans1D1" presStyleIdx="14" presStyleCnt="18"/>
      <dgm:spPr/>
      <dgm:t>
        <a:bodyPr/>
        <a:lstStyle/>
        <a:p>
          <a:endParaRPr lang="en-US"/>
        </a:p>
      </dgm:t>
    </dgm:pt>
    <dgm:pt modelId="{39D3941F-404B-4D3C-8797-45257F1BCB1B}" type="pres">
      <dgm:prSet presAssocID="{1B193C47-8A77-4E07-9721-DA58CCEA8850}" presName="connectorText" presStyleLbl="sibTrans1D1" presStyleIdx="14" presStyleCnt="18"/>
      <dgm:spPr/>
      <dgm:t>
        <a:bodyPr/>
        <a:lstStyle/>
        <a:p>
          <a:endParaRPr lang="en-US"/>
        </a:p>
      </dgm:t>
    </dgm:pt>
    <dgm:pt modelId="{8149CFD8-8991-4CE9-B562-1C72B588B256}" type="pres">
      <dgm:prSet presAssocID="{ABF47238-F53D-43C0-87ED-FF6B52BF5878}" presName="node" presStyleLbl="node1" presStyleIdx="15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E47B8C-FD0E-44EE-9BCD-64DC3D4980F9}" type="pres">
      <dgm:prSet presAssocID="{FEA1F760-7D4A-4EC1-9B05-26F4645DF95F}" presName="sibTrans" presStyleLbl="sibTrans1D1" presStyleIdx="15" presStyleCnt="18"/>
      <dgm:spPr/>
      <dgm:t>
        <a:bodyPr/>
        <a:lstStyle/>
        <a:p>
          <a:endParaRPr lang="en-US"/>
        </a:p>
      </dgm:t>
    </dgm:pt>
    <dgm:pt modelId="{420D4037-3797-4371-9F74-DABE93814DDE}" type="pres">
      <dgm:prSet presAssocID="{FEA1F760-7D4A-4EC1-9B05-26F4645DF95F}" presName="connectorText" presStyleLbl="sibTrans1D1" presStyleIdx="15" presStyleCnt="18"/>
      <dgm:spPr/>
      <dgm:t>
        <a:bodyPr/>
        <a:lstStyle/>
        <a:p>
          <a:endParaRPr lang="en-US"/>
        </a:p>
      </dgm:t>
    </dgm:pt>
    <dgm:pt modelId="{FFF5EF46-AD72-40B6-82FA-7B32BB8C6B6A}" type="pres">
      <dgm:prSet presAssocID="{9555ABAD-42C3-411E-8C75-D0ED1A48BE63}" presName="node" presStyleLbl="node1" presStyleIdx="16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9C1C7F8-D681-420C-B0C1-7DCEA1C5BE68}" type="pres">
      <dgm:prSet presAssocID="{31E5CF67-5A3C-49D3-A3D7-03A64A8B5AC4}" presName="sibTrans" presStyleLbl="sibTrans1D1" presStyleIdx="16" presStyleCnt="18"/>
      <dgm:spPr/>
      <dgm:t>
        <a:bodyPr/>
        <a:lstStyle/>
        <a:p>
          <a:endParaRPr lang="en-US"/>
        </a:p>
      </dgm:t>
    </dgm:pt>
    <dgm:pt modelId="{8D79F52B-C8E7-4158-88C0-1C8879AD76AB}" type="pres">
      <dgm:prSet presAssocID="{31E5CF67-5A3C-49D3-A3D7-03A64A8B5AC4}" presName="connectorText" presStyleLbl="sibTrans1D1" presStyleIdx="16" presStyleCnt="18"/>
      <dgm:spPr/>
      <dgm:t>
        <a:bodyPr/>
        <a:lstStyle/>
        <a:p>
          <a:endParaRPr lang="en-US"/>
        </a:p>
      </dgm:t>
    </dgm:pt>
    <dgm:pt modelId="{FC7D32A5-07AB-4B17-91B6-2D26D9DB4EE5}" type="pres">
      <dgm:prSet presAssocID="{6BA7B5B1-46BC-4541-BDFB-82BDBBD6B0AE}" presName="node" presStyleLbl="node1" presStyleIdx="17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67EBE7E-BD87-45C5-87DF-7D711615F45C}" type="pres">
      <dgm:prSet presAssocID="{8B74A81F-1DBC-496F-B817-782578925E74}" presName="sibTrans" presStyleLbl="sibTrans1D1" presStyleIdx="17" presStyleCnt="18"/>
      <dgm:spPr/>
      <dgm:t>
        <a:bodyPr/>
        <a:lstStyle/>
        <a:p>
          <a:endParaRPr lang="en-US"/>
        </a:p>
      </dgm:t>
    </dgm:pt>
    <dgm:pt modelId="{1F41886B-C61A-4C40-AAB8-1D7A87C7A5D8}" type="pres">
      <dgm:prSet presAssocID="{8B74A81F-1DBC-496F-B817-782578925E74}" presName="connectorText" presStyleLbl="sibTrans1D1" presStyleIdx="17" presStyleCnt="18"/>
      <dgm:spPr/>
      <dgm:t>
        <a:bodyPr/>
        <a:lstStyle/>
        <a:p>
          <a:endParaRPr lang="en-US"/>
        </a:p>
      </dgm:t>
    </dgm:pt>
    <dgm:pt modelId="{3A8CE5F0-44C3-4469-9F1C-6FBDE0010BF8}" type="pres">
      <dgm:prSet presAssocID="{A92B8EB6-B9BC-48EE-BBDD-C3E23644452E}" presName="node" presStyleLbl="node1" presStyleIdx="18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FC15D64-ED29-40E3-9354-524E60090A0A}" type="presOf" srcId="{33369A58-85FA-4AC4-85CE-5814C7109093}" destId="{7C5B33BA-B8AF-41E8-93FE-E6AC3BC4B0C9}" srcOrd="0" destOrd="0" presId="urn:microsoft.com/office/officeart/2016/7/layout/RepeatingBendingProcessNew"/>
    <dgm:cxn modelId="{1F58B9A3-44BD-410D-915F-5EA1EC04656C}" type="presOf" srcId="{8B74A81F-1DBC-496F-B817-782578925E74}" destId="{1F41886B-C61A-4C40-AAB8-1D7A87C7A5D8}" srcOrd="1" destOrd="0" presId="urn:microsoft.com/office/officeart/2016/7/layout/RepeatingBendingProcessNew"/>
    <dgm:cxn modelId="{FC62EF07-6063-4C35-A950-EE9425513444}" type="presOf" srcId="{FEA1F760-7D4A-4EC1-9B05-26F4645DF95F}" destId="{DFE47B8C-FD0E-44EE-9BCD-64DC3D4980F9}" srcOrd="0" destOrd="0" presId="urn:microsoft.com/office/officeart/2016/7/layout/RepeatingBendingProcessNew"/>
    <dgm:cxn modelId="{8CFBE1E7-A550-4459-9C3B-EF44F65C028A}" type="presOf" srcId="{515D22B9-3A54-4A06-B584-DF6B3DA23B9D}" destId="{EB0B0D0A-671E-4CFB-B279-151959B5B4E2}" srcOrd="1" destOrd="0" presId="urn:microsoft.com/office/officeart/2016/7/layout/RepeatingBendingProcessNew"/>
    <dgm:cxn modelId="{9665C9C7-0BCC-4C57-AB1E-92B5E2BB822C}" type="presOf" srcId="{1B193C47-8A77-4E07-9721-DA58CCEA8850}" destId="{39D3941F-404B-4D3C-8797-45257F1BCB1B}" srcOrd="1" destOrd="0" presId="urn:microsoft.com/office/officeart/2016/7/layout/RepeatingBendingProcessNew"/>
    <dgm:cxn modelId="{AE9F4466-E31D-4F63-AA9C-AFD9B870DBA9}" srcId="{67E3B69E-2D9D-4F4F-A00F-770F8954EBE3}" destId="{D384EC94-9402-4953-8335-11B248919A7C}" srcOrd="6" destOrd="0" parTransId="{C3B7965F-8F2F-4982-A9CF-0B113572DD90}" sibTransId="{9598A616-EAAF-43E6-AEA9-D6961EF7CC57}"/>
    <dgm:cxn modelId="{811ACE0D-60BC-4B87-B75E-479EF3735B18}" srcId="{67E3B69E-2D9D-4F4F-A00F-770F8954EBE3}" destId="{9555ABAD-42C3-411E-8C75-D0ED1A48BE63}" srcOrd="16" destOrd="0" parTransId="{5BF44348-675A-4202-87AB-FCCAFEDFCA27}" sibTransId="{31E5CF67-5A3C-49D3-A3D7-03A64A8B5AC4}"/>
    <dgm:cxn modelId="{8462AB2E-D013-4E5D-9129-C2CC87C2FD08}" type="presOf" srcId="{9555ABAD-42C3-411E-8C75-D0ED1A48BE63}" destId="{FFF5EF46-AD72-40B6-82FA-7B32BB8C6B6A}" srcOrd="0" destOrd="0" presId="urn:microsoft.com/office/officeart/2016/7/layout/RepeatingBendingProcessNew"/>
    <dgm:cxn modelId="{6404BCBB-BAAF-40D4-978F-E1E29B1FA6AC}" type="presOf" srcId="{67941485-F781-424E-860F-C2129F8A2CA0}" destId="{11BC00B4-2BFF-40E6-AD86-B443213A3B19}" srcOrd="0" destOrd="0" presId="urn:microsoft.com/office/officeart/2016/7/layout/RepeatingBendingProcessNew"/>
    <dgm:cxn modelId="{179895E1-AC8C-4439-BE81-5001BF302A34}" type="presOf" srcId="{313F7C50-83D8-477E-9952-B93E4F5E112B}" destId="{DCA60896-DEF9-453C-B258-6C32A8AD2ED4}" srcOrd="0" destOrd="0" presId="urn:microsoft.com/office/officeart/2016/7/layout/RepeatingBendingProcessNew"/>
    <dgm:cxn modelId="{B59A44A0-E014-4597-A82D-3E622D3092CB}" type="presOf" srcId="{BE3E8C0C-DC36-45BB-BBD8-F0E8D768BAB3}" destId="{88386DE9-0158-4CD1-8028-5A0981C4F804}" srcOrd="0" destOrd="0" presId="urn:microsoft.com/office/officeart/2016/7/layout/RepeatingBendingProcessNew"/>
    <dgm:cxn modelId="{61A03A72-240A-4D8E-AD2C-2CF6B9CE3C5E}" type="presOf" srcId="{FFAD4CFD-6084-4D2A-9D72-4DF7FD68EBF5}" destId="{B12A335D-0F2E-4F69-8BCE-0BB9CC7F24A5}" srcOrd="0" destOrd="0" presId="urn:microsoft.com/office/officeart/2016/7/layout/RepeatingBendingProcessNew"/>
    <dgm:cxn modelId="{6C5FAC0C-B33B-4BCB-8A07-88BE84E3B8B8}" type="presOf" srcId="{A92B8EB6-B9BC-48EE-BBDD-C3E23644452E}" destId="{3A8CE5F0-44C3-4469-9F1C-6FBDE0010BF8}" srcOrd="0" destOrd="0" presId="urn:microsoft.com/office/officeart/2016/7/layout/RepeatingBendingProcessNew"/>
    <dgm:cxn modelId="{232CC87A-C90E-4592-B48A-2538DFF6AE92}" srcId="{67E3B69E-2D9D-4F4F-A00F-770F8954EBE3}" destId="{3F924F8C-F5BB-468E-BD9D-60A2DD31398D}" srcOrd="7" destOrd="0" parTransId="{B1FD8473-D35B-41BC-B120-DF220FAE2E78}" sibTransId="{006E2275-6120-4C87-BD0D-7EEDB7312AEB}"/>
    <dgm:cxn modelId="{7B9F4506-2E62-49C9-97A5-83E4B712EA15}" type="presOf" srcId="{E295AA0D-B883-4AFC-BF59-E46463E470B6}" destId="{F1DFAC92-AD35-4E28-8F3E-868FDBFE3858}" srcOrd="1" destOrd="0" presId="urn:microsoft.com/office/officeart/2016/7/layout/RepeatingBendingProcessNew"/>
    <dgm:cxn modelId="{815A06D7-60E6-44C1-895C-275061754108}" type="presOf" srcId="{67E3B69E-2D9D-4F4F-A00F-770F8954EBE3}" destId="{85B4AC7F-6503-4A13-B47A-2AB109ED36D7}" srcOrd="0" destOrd="0" presId="urn:microsoft.com/office/officeart/2016/7/layout/RepeatingBendingProcessNew"/>
    <dgm:cxn modelId="{7C1D6A64-4B8B-4EA3-A78D-C4CF97F6794A}" type="presOf" srcId="{3F924F8C-F5BB-468E-BD9D-60A2DD31398D}" destId="{FB639B97-4A34-469A-8229-E68DC03A83B1}" srcOrd="0" destOrd="0" presId="urn:microsoft.com/office/officeart/2016/7/layout/RepeatingBendingProcessNew"/>
    <dgm:cxn modelId="{FC9A5A16-3C67-4E9E-92F5-86FAE6523A61}" srcId="{67E3B69E-2D9D-4F4F-A00F-770F8954EBE3}" destId="{35681D23-4A7E-424E-AC8C-61EC369DABEA}" srcOrd="4" destOrd="0" parTransId="{5831D43F-6EF6-45F5-8E7F-B99BABFE784F}" sibTransId="{F0FAFD93-81BC-4AF9-8E95-2E73E9E5E18D}"/>
    <dgm:cxn modelId="{B02DA89E-38F1-4B08-A0C8-F3958F90A8AA}" type="presOf" srcId="{54692C39-7C20-44BA-8BE4-36F70571C89B}" destId="{6C054094-F90E-4144-8AF7-0AE639047E76}" srcOrd="0" destOrd="0" presId="urn:microsoft.com/office/officeart/2016/7/layout/RepeatingBendingProcessNew"/>
    <dgm:cxn modelId="{3EECD3BC-167C-42F1-9D71-31BDE556EBEA}" type="presOf" srcId="{8B74A81F-1DBC-496F-B817-782578925E74}" destId="{A67EBE7E-BD87-45C5-87DF-7D711615F45C}" srcOrd="0" destOrd="0" presId="urn:microsoft.com/office/officeart/2016/7/layout/RepeatingBendingProcessNew"/>
    <dgm:cxn modelId="{B03CE714-1DF0-49D5-850F-5978EDDF7AD3}" type="presOf" srcId="{D63B6BCC-E635-46BA-B916-EB2888822D29}" destId="{DA50F087-7E96-41DE-8DD6-20D5DC91026D}" srcOrd="1" destOrd="0" presId="urn:microsoft.com/office/officeart/2016/7/layout/RepeatingBendingProcessNew"/>
    <dgm:cxn modelId="{DF2A90E3-DC55-47F8-BAA3-7697913D1D9D}" type="presOf" srcId="{006E2275-6120-4C87-BD0D-7EEDB7312AEB}" destId="{75A2E7FB-DC3D-4041-B74A-D41EEB4A4750}" srcOrd="1" destOrd="0" presId="urn:microsoft.com/office/officeart/2016/7/layout/RepeatingBendingProcessNew"/>
    <dgm:cxn modelId="{B9E7D61B-A3EB-4A67-A502-7E3D1A279E5A}" srcId="{67E3B69E-2D9D-4F4F-A00F-770F8954EBE3}" destId="{BABE85C1-2807-42FC-85E4-419E1261E245}" srcOrd="13" destOrd="0" parTransId="{0899075C-A0C1-4707-86C6-01DB5B8B8834}" sibTransId="{313F7C50-83D8-477E-9952-B93E4F5E112B}"/>
    <dgm:cxn modelId="{630FBBD7-7BA9-4357-92CA-C340F6831862}" srcId="{67E3B69E-2D9D-4F4F-A00F-770F8954EBE3}" destId="{ABF47238-F53D-43C0-87ED-FF6B52BF5878}" srcOrd="15" destOrd="0" parTransId="{2A04E7B9-B2BE-4097-BB62-996D9E4C7FFB}" sibTransId="{FEA1F760-7D4A-4EC1-9B05-26F4645DF95F}"/>
    <dgm:cxn modelId="{5DE2CD47-7F82-4D28-B87C-F2366D59356A}" type="presOf" srcId="{D63B6BCC-E635-46BA-B916-EB2888822D29}" destId="{2988B658-CC30-476C-A085-5F00A125271A}" srcOrd="0" destOrd="0" presId="urn:microsoft.com/office/officeart/2016/7/layout/RepeatingBendingProcessNew"/>
    <dgm:cxn modelId="{4DB10F4C-F76E-4433-BB87-77C27D348940}" srcId="{67E3B69E-2D9D-4F4F-A00F-770F8954EBE3}" destId="{C41DE227-3435-4E2B-A9BB-6E6CF4F0BDB0}" srcOrd="11" destOrd="0" parTransId="{E1591A06-12BA-400C-83AE-324374FAB538}" sibTransId="{C07D370B-FC63-4AD3-B12D-EF194651E2C5}"/>
    <dgm:cxn modelId="{4E6BF479-6827-4292-A785-82483081590E}" type="presOf" srcId="{31E5CF67-5A3C-49D3-A3D7-03A64A8B5AC4}" destId="{8D79F52B-C8E7-4158-88C0-1C8879AD76AB}" srcOrd="1" destOrd="0" presId="urn:microsoft.com/office/officeart/2016/7/layout/RepeatingBendingProcessNew"/>
    <dgm:cxn modelId="{5EC3F3A4-B097-4D7D-A6A8-2C76803D8B71}" type="presOf" srcId="{27BF8E33-FE84-4E89-8BB9-C36FBCC76D0C}" destId="{E74B3BB1-70C3-4E4B-BD91-2BFE0DA6004C}" srcOrd="0" destOrd="0" presId="urn:microsoft.com/office/officeart/2016/7/layout/RepeatingBendingProcessNew"/>
    <dgm:cxn modelId="{31AC2523-056A-42D9-B88E-9BFA67DDFC40}" type="presOf" srcId="{EF559174-CAF1-43A9-97E2-6CF3C37954F5}" destId="{56A661FC-6341-4999-AA74-38F8174C4C65}" srcOrd="0" destOrd="0" presId="urn:microsoft.com/office/officeart/2016/7/layout/RepeatingBendingProcessNew"/>
    <dgm:cxn modelId="{12260BB7-6CC9-4C11-961A-A53D6B42E0AE}" srcId="{67E3B69E-2D9D-4F4F-A00F-770F8954EBE3}" destId="{6463D2F9-4734-460D-8765-F5561BFFE173}" srcOrd="0" destOrd="0" parTransId="{05C5E905-3A55-4FDA-87E3-2B2A7CC363EC}" sibTransId="{67F91AA1-2DF2-4EE5-AF8F-E7F9169D4639}"/>
    <dgm:cxn modelId="{1E322A7D-B0EE-4D5C-8954-A139773E2D94}" type="presOf" srcId="{88822ABE-50A4-4591-A07A-822FD6C0016C}" destId="{BCDAABEE-0BBB-4027-87E4-0A1C3EDAA3E6}" srcOrd="0" destOrd="0" presId="urn:microsoft.com/office/officeart/2016/7/layout/RepeatingBendingProcessNew"/>
    <dgm:cxn modelId="{058C959A-75E2-4A05-B896-12D160D41E00}" type="presOf" srcId="{F0FAFD93-81BC-4AF9-8E95-2E73E9E5E18D}" destId="{AEAD075A-ADBB-47E9-A4C5-D93681932B97}" srcOrd="1" destOrd="0" presId="urn:microsoft.com/office/officeart/2016/7/layout/RepeatingBendingProcessNew"/>
    <dgm:cxn modelId="{0E6E9620-AFF6-425D-916E-6DEB813CB256}" srcId="{67E3B69E-2D9D-4F4F-A00F-770F8954EBE3}" destId="{A92B8EB6-B9BC-48EE-BBDD-C3E23644452E}" srcOrd="18" destOrd="0" parTransId="{D0B84688-4D62-4C87-B6F4-C52FCACD0BFB}" sibTransId="{96F907C2-1DA0-47C6-B984-59F4520801D5}"/>
    <dgm:cxn modelId="{54DA1CC2-0A61-4A24-9055-1879323B8155}" type="presOf" srcId="{6BA7B5B1-46BC-4541-BDFB-82BDBBD6B0AE}" destId="{FC7D32A5-07AB-4B17-91B6-2D26D9DB4EE5}" srcOrd="0" destOrd="0" presId="urn:microsoft.com/office/officeart/2016/7/layout/RepeatingBendingProcessNew"/>
    <dgm:cxn modelId="{026C4E9C-B9D4-428D-BB29-087DF4D5C1E6}" type="presOf" srcId="{F0FAFD93-81BC-4AF9-8E95-2E73E9E5E18D}" destId="{533B49BB-E180-478E-8F96-94B61AED8521}" srcOrd="0" destOrd="0" presId="urn:microsoft.com/office/officeart/2016/7/layout/RepeatingBendingProcessNew"/>
    <dgm:cxn modelId="{300FECD7-8994-4EC0-BF0A-5C1EE86E4E7D}" type="presOf" srcId="{C07D370B-FC63-4AD3-B12D-EF194651E2C5}" destId="{0FB6324E-6F84-4867-A2B3-6D856EDF294E}" srcOrd="0" destOrd="0" presId="urn:microsoft.com/office/officeart/2016/7/layout/RepeatingBendingProcessNew"/>
    <dgm:cxn modelId="{65728505-CFD9-4387-AC2E-FACC70A2358B}" type="presOf" srcId="{6463D2F9-4734-460D-8765-F5561BFFE173}" destId="{1D792265-E8D4-4931-9830-2551092DB48F}" srcOrd="0" destOrd="0" presId="urn:microsoft.com/office/officeart/2016/7/layout/RepeatingBendingProcessNew"/>
    <dgm:cxn modelId="{4094C38F-484F-402A-B440-40C447635270}" srcId="{67E3B69E-2D9D-4F4F-A00F-770F8954EBE3}" destId="{2BE7E894-D72F-47B7-A2F5-40F109E82D83}" srcOrd="9" destOrd="0" parTransId="{B432A48F-AA59-4F2F-9A1E-CC7225318049}" sibTransId="{33369A58-85FA-4AC4-85CE-5814C7109093}"/>
    <dgm:cxn modelId="{5DB178D1-A1AC-46E7-8C85-EF09AEDB1C7E}" srcId="{67E3B69E-2D9D-4F4F-A00F-770F8954EBE3}" destId="{EF559174-CAF1-43A9-97E2-6CF3C37954F5}" srcOrd="1" destOrd="0" parTransId="{AD8A7107-F12A-4E92-88B4-52EFDD853DD6}" sibTransId="{54692C39-7C20-44BA-8BE4-36F70571C89B}"/>
    <dgm:cxn modelId="{B76D5D8A-EE30-4A19-8E79-965B2D562772}" type="presOf" srcId="{27BF8E33-FE84-4E89-8BB9-C36FBCC76D0C}" destId="{6798C9F4-5137-439A-8137-D9D31DCD5CEC}" srcOrd="1" destOrd="0" presId="urn:microsoft.com/office/officeart/2016/7/layout/RepeatingBendingProcessNew"/>
    <dgm:cxn modelId="{FC3E1FFF-012A-4394-B1A7-8C5455D0382A}" type="presOf" srcId="{111B8905-172B-4A29-B0B5-FA10F2F9866E}" destId="{58F3A58B-1DEB-4404-8715-EC7ED77BA275}" srcOrd="0" destOrd="0" presId="urn:microsoft.com/office/officeart/2016/7/layout/RepeatingBendingProcessNew"/>
    <dgm:cxn modelId="{DD36F186-68F6-4711-BF6F-ECF8EB11CC65}" type="presOf" srcId="{D384EC94-9402-4953-8335-11B248919A7C}" destId="{C51147B2-749F-40A8-8070-B645C0C38EDF}" srcOrd="0" destOrd="0" presId="urn:microsoft.com/office/officeart/2016/7/layout/RepeatingBendingProcessNew"/>
    <dgm:cxn modelId="{B5A20FBE-AE81-493C-93D8-EA03639A2532}" type="presOf" srcId="{1B193C47-8A77-4E07-9721-DA58CCEA8850}" destId="{0C7643C0-326F-4346-B4AD-B8ADF7381EA3}" srcOrd="0" destOrd="0" presId="urn:microsoft.com/office/officeart/2016/7/layout/RepeatingBendingProcessNew"/>
    <dgm:cxn modelId="{C2A5F8AB-B750-4231-AFEE-A24B29C8DEA8}" type="presOf" srcId="{9598A616-EAAF-43E6-AEA9-D6961EF7CC57}" destId="{AE290F04-C5BE-4356-AEA1-BEBEAB9FE1D8}" srcOrd="0" destOrd="0" presId="urn:microsoft.com/office/officeart/2016/7/layout/RepeatingBendingProcessNew"/>
    <dgm:cxn modelId="{E1C9BC2D-768F-4FFD-BDC5-3E2A83738C04}" srcId="{67E3B69E-2D9D-4F4F-A00F-770F8954EBE3}" destId="{111B8905-172B-4A29-B0B5-FA10F2F9866E}" srcOrd="10" destOrd="0" parTransId="{189A51BD-24F9-40F0-865D-3FD53BEE19A5}" sibTransId="{515D22B9-3A54-4A06-B584-DF6B3DA23B9D}"/>
    <dgm:cxn modelId="{2E020809-BFEC-4C55-84ED-761E627B8E9A}" srcId="{67E3B69E-2D9D-4F4F-A00F-770F8954EBE3}" destId="{D773E75E-64C9-4DBE-9B19-EC5CA82CA20C}" srcOrd="5" destOrd="0" parTransId="{F362ECD5-0EB0-47FF-ACA1-A06D08C9A013}" sibTransId="{D63B6BCC-E635-46BA-B916-EB2888822D29}"/>
    <dgm:cxn modelId="{EA3CBFF0-6897-4BDF-B84B-9DEC2EFB04F5}" type="presOf" srcId="{15668412-740A-433A-AC0A-BBD6702F365B}" destId="{F0C26476-7D8A-4ECD-9BE3-FCEBDD880DA6}" srcOrd="0" destOrd="0" presId="urn:microsoft.com/office/officeart/2016/7/layout/RepeatingBendingProcessNew"/>
    <dgm:cxn modelId="{53A4D87D-8438-4D28-88D8-B5F98EF5A3C4}" type="presOf" srcId="{515D22B9-3A54-4A06-B584-DF6B3DA23B9D}" destId="{0CD4081F-2FEF-4CF8-8472-4B7C4DECD13A}" srcOrd="0" destOrd="0" presId="urn:microsoft.com/office/officeart/2016/7/layout/RepeatingBendingProcessNew"/>
    <dgm:cxn modelId="{EED47419-EC37-452B-9CEA-1CE827954863}" type="presOf" srcId="{006E2275-6120-4C87-BD0D-7EEDB7312AEB}" destId="{3B9B12FE-238B-4D85-A980-358DE9465543}" srcOrd="0" destOrd="0" presId="urn:microsoft.com/office/officeart/2016/7/layout/RepeatingBendingProcessNew"/>
    <dgm:cxn modelId="{2C7BA5A5-D3E7-45E3-9554-7F2FDE68DBEE}" type="presOf" srcId="{2BE7E894-D72F-47B7-A2F5-40F109E82D83}" destId="{5D87F780-F9E3-4A8F-B6E2-8E8920B79D94}" srcOrd="0" destOrd="0" presId="urn:microsoft.com/office/officeart/2016/7/layout/RepeatingBendingProcessNew"/>
    <dgm:cxn modelId="{7072E6DD-CA64-473C-9F66-5181CC414BEB}" type="presOf" srcId="{33369A58-85FA-4AC4-85CE-5814C7109093}" destId="{31D8B48A-01FB-4567-9D30-68AED715B1D1}" srcOrd="1" destOrd="0" presId="urn:microsoft.com/office/officeart/2016/7/layout/RepeatingBendingProcessNew"/>
    <dgm:cxn modelId="{C6395968-1147-4275-980C-F532C18958BB}" type="presOf" srcId="{C07D370B-FC63-4AD3-B12D-EF194651E2C5}" destId="{43D989F5-F8FB-4B40-9977-928907C2BBF3}" srcOrd="1" destOrd="0" presId="urn:microsoft.com/office/officeart/2016/7/layout/RepeatingBendingProcessNew"/>
    <dgm:cxn modelId="{AA4280D2-1408-4B02-B194-96ADD6AF02A9}" type="presOf" srcId="{67F91AA1-2DF2-4EE5-AF8F-E7F9169D4639}" destId="{29B0432B-D415-487A-9383-F8849FDD7F7F}" srcOrd="0" destOrd="0" presId="urn:microsoft.com/office/officeart/2016/7/layout/RepeatingBendingProcessNew"/>
    <dgm:cxn modelId="{5ECB410D-01A8-4F6D-9683-F2EC72F17A55}" srcId="{67E3B69E-2D9D-4F4F-A00F-770F8954EBE3}" destId="{67941485-F781-424E-860F-C2129F8A2CA0}" srcOrd="12" destOrd="0" parTransId="{A31DD5F2-77C3-4D50-BA1B-B86C9916F3AD}" sibTransId="{27BF8E33-FE84-4E89-8BB9-C36FBCC76D0C}"/>
    <dgm:cxn modelId="{C26A9AD6-EF63-45D0-B1DD-69A1C190EE70}" type="presOf" srcId="{67F91AA1-2DF2-4EE5-AF8F-E7F9169D4639}" destId="{A8AA2FE2-51B2-43B1-B2E3-2A3873D8CDCC}" srcOrd="1" destOrd="0" presId="urn:microsoft.com/office/officeart/2016/7/layout/RepeatingBendingProcessNew"/>
    <dgm:cxn modelId="{57B384EC-0070-4E38-93D0-B503FFE08531}" type="presOf" srcId="{5717BB3A-ECAE-457E-8735-C5780909DFF9}" destId="{F3443DFC-B605-441C-BDCF-730069F10471}" srcOrd="1" destOrd="0" presId="urn:microsoft.com/office/officeart/2016/7/layout/RepeatingBendingProcessNew"/>
    <dgm:cxn modelId="{D689C5C5-352B-4E01-9270-C2B3C2ED1CCF}" srcId="{67E3B69E-2D9D-4F4F-A00F-770F8954EBE3}" destId="{BE3E8C0C-DC36-45BB-BBD8-F0E8D768BAB3}" srcOrd="2" destOrd="0" parTransId="{4B8884CF-B336-4649-9CD3-697D159950C0}" sibTransId="{5717BB3A-ECAE-457E-8735-C5780909DFF9}"/>
    <dgm:cxn modelId="{97529C1E-E037-48E3-B221-68ED41DB44C3}" type="presOf" srcId="{54692C39-7C20-44BA-8BE4-36F70571C89B}" destId="{F73365CF-D7F2-49CE-933B-0D0A437F65E6}" srcOrd="1" destOrd="0" presId="urn:microsoft.com/office/officeart/2016/7/layout/RepeatingBendingProcessNew"/>
    <dgm:cxn modelId="{2B65C26E-AA6B-4478-82D2-97C228581DEB}" srcId="{67E3B69E-2D9D-4F4F-A00F-770F8954EBE3}" destId="{88822ABE-50A4-4591-A07A-822FD6C0016C}" srcOrd="3" destOrd="0" parTransId="{8B690E1B-5691-4F5A-9DA8-51BB67D1387C}" sibTransId="{15668412-740A-433A-AC0A-BBD6702F365B}"/>
    <dgm:cxn modelId="{FB4B54C7-15E7-41B1-9E13-6FC17568AC5C}" type="presOf" srcId="{D773E75E-64C9-4DBE-9B19-EC5CA82CA20C}" destId="{3A3572AF-9070-41DA-96B5-426CC2A9DF8C}" srcOrd="0" destOrd="0" presId="urn:microsoft.com/office/officeart/2016/7/layout/RepeatingBendingProcessNew"/>
    <dgm:cxn modelId="{A4ED86D4-3628-4B3D-A2D8-A2E960F9D3FB}" type="presOf" srcId="{35681D23-4A7E-424E-AC8C-61EC369DABEA}" destId="{726F16E0-EA4E-4DF3-9253-4561E282ECEE}" srcOrd="0" destOrd="0" presId="urn:microsoft.com/office/officeart/2016/7/layout/RepeatingBendingProcessNew"/>
    <dgm:cxn modelId="{659C886A-3CBB-4F7D-B5B2-83B1D02EB0C6}" type="presOf" srcId="{ABF47238-F53D-43C0-87ED-FF6B52BF5878}" destId="{8149CFD8-8991-4CE9-B562-1C72B588B256}" srcOrd="0" destOrd="0" presId="urn:microsoft.com/office/officeart/2016/7/layout/RepeatingBendingProcessNew"/>
    <dgm:cxn modelId="{17128CBA-3677-4D3C-AB37-83EEE2466EEB}" type="presOf" srcId="{BABE85C1-2807-42FC-85E4-419E1261E245}" destId="{01F6F4AB-2925-402E-942D-A39C4690D773}" srcOrd="0" destOrd="0" presId="urn:microsoft.com/office/officeart/2016/7/layout/RepeatingBendingProcessNew"/>
    <dgm:cxn modelId="{0CE47993-EF43-4454-B30C-E5DA26B2EABC}" type="presOf" srcId="{E295AA0D-B883-4AFC-BF59-E46463E470B6}" destId="{CF52BCF2-D79F-46F5-973F-FBDFCA3314FD}" srcOrd="0" destOrd="0" presId="urn:microsoft.com/office/officeart/2016/7/layout/RepeatingBendingProcessNew"/>
    <dgm:cxn modelId="{D8DBE499-5823-45F9-81D5-BA39FC8C7EA1}" type="presOf" srcId="{9598A616-EAAF-43E6-AEA9-D6961EF7CC57}" destId="{FBB68617-AB29-418C-9F61-81C8206DE869}" srcOrd="1" destOrd="0" presId="urn:microsoft.com/office/officeart/2016/7/layout/RepeatingBendingProcessNew"/>
    <dgm:cxn modelId="{CE9B9ABB-8553-4B6D-8476-9794E1698AEE}" type="presOf" srcId="{15668412-740A-433A-AC0A-BBD6702F365B}" destId="{611E1B28-894A-4520-A7E3-4A19F0F3FBB5}" srcOrd="1" destOrd="0" presId="urn:microsoft.com/office/officeart/2016/7/layout/RepeatingBendingProcessNew"/>
    <dgm:cxn modelId="{ABD74C3A-8379-44FB-AB38-2C1225C0F18D}" type="presOf" srcId="{055D57D3-BB21-4AB7-92A1-84EC570C1499}" destId="{68E53118-3E13-459C-A67B-69C4EF79943A}" srcOrd="0" destOrd="0" presId="urn:microsoft.com/office/officeart/2016/7/layout/RepeatingBendingProcessNew"/>
    <dgm:cxn modelId="{B6DCC3C6-11ED-4CCC-99CE-D319E1811481}" type="presOf" srcId="{FEA1F760-7D4A-4EC1-9B05-26F4645DF95F}" destId="{420D4037-3797-4371-9F74-DABE93814DDE}" srcOrd="1" destOrd="0" presId="urn:microsoft.com/office/officeart/2016/7/layout/RepeatingBendingProcessNew"/>
    <dgm:cxn modelId="{B818FBB4-00B3-4B42-AB1A-42BDBC46E9BE}" srcId="{67E3B69E-2D9D-4F4F-A00F-770F8954EBE3}" destId="{055D57D3-BB21-4AB7-92A1-84EC570C1499}" srcOrd="14" destOrd="0" parTransId="{98FEFAFD-CC4D-4D53-B5D3-A6F63F19278A}" sibTransId="{1B193C47-8A77-4E07-9721-DA58CCEA8850}"/>
    <dgm:cxn modelId="{2211F9C3-0848-4051-879A-D8677D015447}" type="presOf" srcId="{31E5CF67-5A3C-49D3-A3D7-03A64A8B5AC4}" destId="{E9C1C7F8-D681-420C-B0C1-7DCEA1C5BE68}" srcOrd="0" destOrd="0" presId="urn:microsoft.com/office/officeart/2016/7/layout/RepeatingBendingProcessNew"/>
    <dgm:cxn modelId="{78E798C6-B9CE-4E30-8243-7D227921FC77}" type="presOf" srcId="{5717BB3A-ECAE-457E-8735-C5780909DFF9}" destId="{BDC014F4-1C74-44B4-BF6D-6198FBA8917E}" srcOrd="0" destOrd="0" presId="urn:microsoft.com/office/officeart/2016/7/layout/RepeatingBendingProcessNew"/>
    <dgm:cxn modelId="{9F79547D-78F2-4D70-BAFB-CEB948DAFFDC}" type="presOf" srcId="{C41DE227-3435-4E2B-A9BB-6E6CF4F0BDB0}" destId="{E5FEB128-EC58-4C40-884A-822FBA953D85}" srcOrd="0" destOrd="0" presId="urn:microsoft.com/office/officeart/2016/7/layout/RepeatingBendingProcessNew"/>
    <dgm:cxn modelId="{4E6C3D62-E279-4D11-A199-16B0A536D5E1}" srcId="{67E3B69E-2D9D-4F4F-A00F-770F8954EBE3}" destId="{FFAD4CFD-6084-4D2A-9D72-4DF7FD68EBF5}" srcOrd="8" destOrd="0" parTransId="{FA5046C6-401F-49E4-AC1E-6958495BCF52}" sibTransId="{E295AA0D-B883-4AFC-BF59-E46463E470B6}"/>
    <dgm:cxn modelId="{3802D335-8A77-4736-AE94-487368730FCF}" srcId="{67E3B69E-2D9D-4F4F-A00F-770F8954EBE3}" destId="{6BA7B5B1-46BC-4541-BDFB-82BDBBD6B0AE}" srcOrd="17" destOrd="0" parTransId="{545E9324-F66F-4393-B781-4BF92A955A5F}" sibTransId="{8B74A81F-1DBC-496F-B817-782578925E74}"/>
    <dgm:cxn modelId="{8BFAAC73-6477-4BDE-809D-B52808254309}" type="presOf" srcId="{313F7C50-83D8-477E-9952-B93E4F5E112B}" destId="{29E8A597-094C-48C9-9A24-A26FD4EC4859}" srcOrd="1" destOrd="0" presId="urn:microsoft.com/office/officeart/2016/7/layout/RepeatingBendingProcessNew"/>
    <dgm:cxn modelId="{08B0491B-2AC9-4E2D-AD24-6313C12E804E}" type="presParOf" srcId="{85B4AC7F-6503-4A13-B47A-2AB109ED36D7}" destId="{1D792265-E8D4-4931-9830-2551092DB48F}" srcOrd="0" destOrd="0" presId="urn:microsoft.com/office/officeart/2016/7/layout/RepeatingBendingProcessNew"/>
    <dgm:cxn modelId="{5FE2C4B2-BAF5-4F43-9D72-C141FCAC0A67}" type="presParOf" srcId="{85B4AC7F-6503-4A13-B47A-2AB109ED36D7}" destId="{29B0432B-D415-487A-9383-F8849FDD7F7F}" srcOrd="1" destOrd="0" presId="urn:microsoft.com/office/officeart/2016/7/layout/RepeatingBendingProcessNew"/>
    <dgm:cxn modelId="{2E81A86A-CDEC-4C0D-97FB-4AA3C625AA4A}" type="presParOf" srcId="{29B0432B-D415-487A-9383-F8849FDD7F7F}" destId="{A8AA2FE2-51B2-43B1-B2E3-2A3873D8CDCC}" srcOrd="0" destOrd="0" presId="urn:microsoft.com/office/officeart/2016/7/layout/RepeatingBendingProcessNew"/>
    <dgm:cxn modelId="{FCF03E5C-A5FE-465F-8C59-9FDD9AD1AA93}" type="presParOf" srcId="{85B4AC7F-6503-4A13-B47A-2AB109ED36D7}" destId="{56A661FC-6341-4999-AA74-38F8174C4C65}" srcOrd="2" destOrd="0" presId="urn:microsoft.com/office/officeart/2016/7/layout/RepeatingBendingProcessNew"/>
    <dgm:cxn modelId="{FDA14546-F209-46B4-8626-1A136E887FD3}" type="presParOf" srcId="{85B4AC7F-6503-4A13-B47A-2AB109ED36D7}" destId="{6C054094-F90E-4144-8AF7-0AE639047E76}" srcOrd="3" destOrd="0" presId="urn:microsoft.com/office/officeart/2016/7/layout/RepeatingBendingProcessNew"/>
    <dgm:cxn modelId="{AD1FE9B0-CFCD-4C75-940D-0A7F7BA6A0B7}" type="presParOf" srcId="{6C054094-F90E-4144-8AF7-0AE639047E76}" destId="{F73365CF-D7F2-49CE-933B-0D0A437F65E6}" srcOrd="0" destOrd="0" presId="urn:microsoft.com/office/officeart/2016/7/layout/RepeatingBendingProcessNew"/>
    <dgm:cxn modelId="{B2D985EB-C355-4828-9E44-A52E815CCBDD}" type="presParOf" srcId="{85B4AC7F-6503-4A13-B47A-2AB109ED36D7}" destId="{88386DE9-0158-4CD1-8028-5A0981C4F804}" srcOrd="4" destOrd="0" presId="urn:microsoft.com/office/officeart/2016/7/layout/RepeatingBendingProcessNew"/>
    <dgm:cxn modelId="{0BF4F246-9EDB-45DC-883F-B2EB2EB4ACED}" type="presParOf" srcId="{85B4AC7F-6503-4A13-B47A-2AB109ED36D7}" destId="{BDC014F4-1C74-44B4-BF6D-6198FBA8917E}" srcOrd="5" destOrd="0" presId="urn:microsoft.com/office/officeart/2016/7/layout/RepeatingBendingProcessNew"/>
    <dgm:cxn modelId="{905AD4A2-A5BB-49C3-8BAA-6A156E6391A6}" type="presParOf" srcId="{BDC014F4-1C74-44B4-BF6D-6198FBA8917E}" destId="{F3443DFC-B605-441C-BDCF-730069F10471}" srcOrd="0" destOrd="0" presId="urn:microsoft.com/office/officeart/2016/7/layout/RepeatingBendingProcessNew"/>
    <dgm:cxn modelId="{C67AAE04-9D0C-46F5-A481-F9A9701FA29C}" type="presParOf" srcId="{85B4AC7F-6503-4A13-B47A-2AB109ED36D7}" destId="{BCDAABEE-0BBB-4027-87E4-0A1C3EDAA3E6}" srcOrd="6" destOrd="0" presId="urn:microsoft.com/office/officeart/2016/7/layout/RepeatingBendingProcessNew"/>
    <dgm:cxn modelId="{E6542EAB-74F9-41BB-906D-6D7CBD125FC5}" type="presParOf" srcId="{85B4AC7F-6503-4A13-B47A-2AB109ED36D7}" destId="{F0C26476-7D8A-4ECD-9BE3-FCEBDD880DA6}" srcOrd="7" destOrd="0" presId="urn:microsoft.com/office/officeart/2016/7/layout/RepeatingBendingProcessNew"/>
    <dgm:cxn modelId="{A082D05A-52C6-4BD7-9BD9-91754F2D60F4}" type="presParOf" srcId="{F0C26476-7D8A-4ECD-9BE3-FCEBDD880DA6}" destId="{611E1B28-894A-4520-A7E3-4A19F0F3FBB5}" srcOrd="0" destOrd="0" presId="urn:microsoft.com/office/officeart/2016/7/layout/RepeatingBendingProcessNew"/>
    <dgm:cxn modelId="{C9809D2D-9452-4CD3-B207-AB913A02226A}" type="presParOf" srcId="{85B4AC7F-6503-4A13-B47A-2AB109ED36D7}" destId="{726F16E0-EA4E-4DF3-9253-4561E282ECEE}" srcOrd="8" destOrd="0" presId="urn:microsoft.com/office/officeart/2016/7/layout/RepeatingBendingProcessNew"/>
    <dgm:cxn modelId="{EBF8E2A5-E130-4E74-A673-43C35332670F}" type="presParOf" srcId="{85B4AC7F-6503-4A13-B47A-2AB109ED36D7}" destId="{533B49BB-E180-478E-8F96-94B61AED8521}" srcOrd="9" destOrd="0" presId="urn:microsoft.com/office/officeart/2016/7/layout/RepeatingBendingProcessNew"/>
    <dgm:cxn modelId="{3D25E6BD-83AE-4D20-B288-96E6D6F3BB7A}" type="presParOf" srcId="{533B49BB-E180-478E-8F96-94B61AED8521}" destId="{AEAD075A-ADBB-47E9-A4C5-D93681932B97}" srcOrd="0" destOrd="0" presId="urn:microsoft.com/office/officeart/2016/7/layout/RepeatingBendingProcessNew"/>
    <dgm:cxn modelId="{9AFA50F5-819A-48AC-B65E-18815D4AEFA2}" type="presParOf" srcId="{85B4AC7F-6503-4A13-B47A-2AB109ED36D7}" destId="{3A3572AF-9070-41DA-96B5-426CC2A9DF8C}" srcOrd="10" destOrd="0" presId="urn:microsoft.com/office/officeart/2016/7/layout/RepeatingBendingProcessNew"/>
    <dgm:cxn modelId="{C2AFA7F6-BF52-476F-AB25-D0148857B99F}" type="presParOf" srcId="{85B4AC7F-6503-4A13-B47A-2AB109ED36D7}" destId="{2988B658-CC30-476C-A085-5F00A125271A}" srcOrd="11" destOrd="0" presId="urn:microsoft.com/office/officeart/2016/7/layout/RepeatingBendingProcessNew"/>
    <dgm:cxn modelId="{272B03F6-7D98-43EE-B34B-98ADBE3D976B}" type="presParOf" srcId="{2988B658-CC30-476C-A085-5F00A125271A}" destId="{DA50F087-7E96-41DE-8DD6-20D5DC91026D}" srcOrd="0" destOrd="0" presId="urn:microsoft.com/office/officeart/2016/7/layout/RepeatingBendingProcessNew"/>
    <dgm:cxn modelId="{210923D0-2952-4365-ABEA-7D123FBA0D2E}" type="presParOf" srcId="{85B4AC7F-6503-4A13-B47A-2AB109ED36D7}" destId="{C51147B2-749F-40A8-8070-B645C0C38EDF}" srcOrd="12" destOrd="0" presId="urn:microsoft.com/office/officeart/2016/7/layout/RepeatingBendingProcessNew"/>
    <dgm:cxn modelId="{8BAA920A-7E78-49C3-A35E-FB7239A88756}" type="presParOf" srcId="{85B4AC7F-6503-4A13-B47A-2AB109ED36D7}" destId="{AE290F04-C5BE-4356-AEA1-BEBEAB9FE1D8}" srcOrd="13" destOrd="0" presId="urn:microsoft.com/office/officeart/2016/7/layout/RepeatingBendingProcessNew"/>
    <dgm:cxn modelId="{6787E2CB-9D09-45D2-A364-C433D494487D}" type="presParOf" srcId="{AE290F04-C5BE-4356-AEA1-BEBEAB9FE1D8}" destId="{FBB68617-AB29-418C-9F61-81C8206DE869}" srcOrd="0" destOrd="0" presId="urn:microsoft.com/office/officeart/2016/7/layout/RepeatingBendingProcessNew"/>
    <dgm:cxn modelId="{9E074BA6-0EA7-4E48-BECD-6D33C9EA89A3}" type="presParOf" srcId="{85B4AC7F-6503-4A13-B47A-2AB109ED36D7}" destId="{FB639B97-4A34-469A-8229-E68DC03A83B1}" srcOrd="14" destOrd="0" presId="urn:microsoft.com/office/officeart/2016/7/layout/RepeatingBendingProcessNew"/>
    <dgm:cxn modelId="{9E8D28FE-0550-4250-963C-AC27777EB3B7}" type="presParOf" srcId="{85B4AC7F-6503-4A13-B47A-2AB109ED36D7}" destId="{3B9B12FE-238B-4D85-A980-358DE9465543}" srcOrd="15" destOrd="0" presId="urn:microsoft.com/office/officeart/2016/7/layout/RepeatingBendingProcessNew"/>
    <dgm:cxn modelId="{977B1C03-BC02-43D2-90F0-2E2CD17282E3}" type="presParOf" srcId="{3B9B12FE-238B-4D85-A980-358DE9465543}" destId="{75A2E7FB-DC3D-4041-B74A-D41EEB4A4750}" srcOrd="0" destOrd="0" presId="urn:microsoft.com/office/officeart/2016/7/layout/RepeatingBendingProcessNew"/>
    <dgm:cxn modelId="{2A74B548-AD42-4BD8-B89F-3CC71C5AF265}" type="presParOf" srcId="{85B4AC7F-6503-4A13-B47A-2AB109ED36D7}" destId="{B12A335D-0F2E-4F69-8BCE-0BB9CC7F24A5}" srcOrd="16" destOrd="0" presId="urn:microsoft.com/office/officeart/2016/7/layout/RepeatingBendingProcessNew"/>
    <dgm:cxn modelId="{B0DFD8F9-4D18-456E-8FC0-56BA92801DBC}" type="presParOf" srcId="{85B4AC7F-6503-4A13-B47A-2AB109ED36D7}" destId="{CF52BCF2-D79F-46F5-973F-FBDFCA3314FD}" srcOrd="17" destOrd="0" presId="urn:microsoft.com/office/officeart/2016/7/layout/RepeatingBendingProcessNew"/>
    <dgm:cxn modelId="{3D11190A-B213-4F32-8678-60C5A20700AF}" type="presParOf" srcId="{CF52BCF2-D79F-46F5-973F-FBDFCA3314FD}" destId="{F1DFAC92-AD35-4E28-8F3E-868FDBFE3858}" srcOrd="0" destOrd="0" presId="urn:microsoft.com/office/officeart/2016/7/layout/RepeatingBendingProcessNew"/>
    <dgm:cxn modelId="{7E631006-BE6A-4C3B-B062-332D7D0BE475}" type="presParOf" srcId="{85B4AC7F-6503-4A13-B47A-2AB109ED36D7}" destId="{5D87F780-F9E3-4A8F-B6E2-8E8920B79D94}" srcOrd="18" destOrd="0" presId="urn:microsoft.com/office/officeart/2016/7/layout/RepeatingBendingProcessNew"/>
    <dgm:cxn modelId="{A0993DF6-EE39-49B0-8ECC-4E7BFE2E67B1}" type="presParOf" srcId="{85B4AC7F-6503-4A13-B47A-2AB109ED36D7}" destId="{7C5B33BA-B8AF-41E8-93FE-E6AC3BC4B0C9}" srcOrd="19" destOrd="0" presId="urn:microsoft.com/office/officeart/2016/7/layout/RepeatingBendingProcessNew"/>
    <dgm:cxn modelId="{93623C17-BD6E-4B81-BCC9-7CB12E10164F}" type="presParOf" srcId="{7C5B33BA-B8AF-41E8-93FE-E6AC3BC4B0C9}" destId="{31D8B48A-01FB-4567-9D30-68AED715B1D1}" srcOrd="0" destOrd="0" presId="urn:microsoft.com/office/officeart/2016/7/layout/RepeatingBendingProcessNew"/>
    <dgm:cxn modelId="{16DB5317-AA98-498D-87B8-42CC8BFB971F}" type="presParOf" srcId="{85B4AC7F-6503-4A13-B47A-2AB109ED36D7}" destId="{58F3A58B-1DEB-4404-8715-EC7ED77BA275}" srcOrd="20" destOrd="0" presId="urn:microsoft.com/office/officeart/2016/7/layout/RepeatingBendingProcessNew"/>
    <dgm:cxn modelId="{7C4A181F-DFBB-4F86-A9A3-638667667D5C}" type="presParOf" srcId="{85B4AC7F-6503-4A13-B47A-2AB109ED36D7}" destId="{0CD4081F-2FEF-4CF8-8472-4B7C4DECD13A}" srcOrd="21" destOrd="0" presId="urn:microsoft.com/office/officeart/2016/7/layout/RepeatingBendingProcessNew"/>
    <dgm:cxn modelId="{46360F03-CA33-4961-B6B7-C5302EC8CA23}" type="presParOf" srcId="{0CD4081F-2FEF-4CF8-8472-4B7C4DECD13A}" destId="{EB0B0D0A-671E-4CFB-B279-151959B5B4E2}" srcOrd="0" destOrd="0" presId="urn:microsoft.com/office/officeart/2016/7/layout/RepeatingBendingProcessNew"/>
    <dgm:cxn modelId="{AE535A67-7BF2-43B9-A6B6-F4159E9F3EFD}" type="presParOf" srcId="{85B4AC7F-6503-4A13-B47A-2AB109ED36D7}" destId="{E5FEB128-EC58-4C40-884A-822FBA953D85}" srcOrd="22" destOrd="0" presId="urn:microsoft.com/office/officeart/2016/7/layout/RepeatingBendingProcessNew"/>
    <dgm:cxn modelId="{355FD606-6743-4EBE-A3EB-17F0394021E5}" type="presParOf" srcId="{85B4AC7F-6503-4A13-B47A-2AB109ED36D7}" destId="{0FB6324E-6F84-4867-A2B3-6D856EDF294E}" srcOrd="23" destOrd="0" presId="urn:microsoft.com/office/officeart/2016/7/layout/RepeatingBendingProcessNew"/>
    <dgm:cxn modelId="{6BEE5641-9F40-4285-B562-3553E781B26C}" type="presParOf" srcId="{0FB6324E-6F84-4867-A2B3-6D856EDF294E}" destId="{43D989F5-F8FB-4B40-9977-928907C2BBF3}" srcOrd="0" destOrd="0" presId="urn:microsoft.com/office/officeart/2016/7/layout/RepeatingBendingProcessNew"/>
    <dgm:cxn modelId="{5D3A72B0-A603-4057-A584-1446333D1B50}" type="presParOf" srcId="{85B4AC7F-6503-4A13-B47A-2AB109ED36D7}" destId="{11BC00B4-2BFF-40E6-AD86-B443213A3B19}" srcOrd="24" destOrd="0" presId="urn:microsoft.com/office/officeart/2016/7/layout/RepeatingBendingProcessNew"/>
    <dgm:cxn modelId="{AC46E8A9-905E-4C5D-AAC6-CB2151064668}" type="presParOf" srcId="{85B4AC7F-6503-4A13-B47A-2AB109ED36D7}" destId="{E74B3BB1-70C3-4E4B-BD91-2BFE0DA6004C}" srcOrd="25" destOrd="0" presId="urn:microsoft.com/office/officeart/2016/7/layout/RepeatingBendingProcessNew"/>
    <dgm:cxn modelId="{07D82EAF-1C51-4A44-B6C1-8CBC0EF66F4A}" type="presParOf" srcId="{E74B3BB1-70C3-4E4B-BD91-2BFE0DA6004C}" destId="{6798C9F4-5137-439A-8137-D9D31DCD5CEC}" srcOrd="0" destOrd="0" presId="urn:microsoft.com/office/officeart/2016/7/layout/RepeatingBendingProcessNew"/>
    <dgm:cxn modelId="{4EC91C8F-39F6-492C-9602-1B29994D28A0}" type="presParOf" srcId="{85B4AC7F-6503-4A13-B47A-2AB109ED36D7}" destId="{01F6F4AB-2925-402E-942D-A39C4690D773}" srcOrd="26" destOrd="0" presId="urn:microsoft.com/office/officeart/2016/7/layout/RepeatingBendingProcessNew"/>
    <dgm:cxn modelId="{706404EF-57F6-4A59-A59D-F488A62B3B19}" type="presParOf" srcId="{85B4AC7F-6503-4A13-B47A-2AB109ED36D7}" destId="{DCA60896-DEF9-453C-B258-6C32A8AD2ED4}" srcOrd="27" destOrd="0" presId="urn:microsoft.com/office/officeart/2016/7/layout/RepeatingBendingProcessNew"/>
    <dgm:cxn modelId="{C14020D1-8C55-46A3-9431-E3328BD42C81}" type="presParOf" srcId="{DCA60896-DEF9-453C-B258-6C32A8AD2ED4}" destId="{29E8A597-094C-48C9-9A24-A26FD4EC4859}" srcOrd="0" destOrd="0" presId="urn:microsoft.com/office/officeart/2016/7/layout/RepeatingBendingProcessNew"/>
    <dgm:cxn modelId="{100D639F-AF33-4120-B628-FC0CC83F7E90}" type="presParOf" srcId="{85B4AC7F-6503-4A13-B47A-2AB109ED36D7}" destId="{68E53118-3E13-459C-A67B-69C4EF79943A}" srcOrd="28" destOrd="0" presId="urn:microsoft.com/office/officeart/2016/7/layout/RepeatingBendingProcessNew"/>
    <dgm:cxn modelId="{45AD844E-A0FB-44D0-BBF3-3DA8B9656E76}" type="presParOf" srcId="{85B4AC7F-6503-4A13-B47A-2AB109ED36D7}" destId="{0C7643C0-326F-4346-B4AD-B8ADF7381EA3}" srcOrd="29" destOrd="0" presId="urn:microsoft.com/office/officeart/2016/7/layout/RepeatingBendingProcessNew"/>
    <dgm:cxn modelId="{1D0DC888-5440-41FA-B203-7096C239B4A6}" type="presParOf" srcId="{0C7643C0-326F-4346-B4AD-B8ADF7381EA3}" destId="{39D3941F-404B-4D3C-8797-45257F1BCB1B}" srcOrd="0" destOrd="0" presId="urn:microsoft.com/office/officeart/2016/7/layout/RepeatingBendingProcessNew"/>
    <dgm:cxn modelId="{F80565D8-ACDB-4D3C-8B85-E2D0D40EAB17}" type="presParOf" srcId="{85B4AC7F-6503-4A13-B47A-2AB109ED36D7}" destId="{8149CFD8-8991-4CE9-B562-1C72B588B256}" srcOrd="30" destOrd="0" presId="urn:microsoft.com/office/officeart/2016/7/layout/RepeatingBendingProcessNew"/>
    <dgm:cxn modelId="{7049C1B8-F846-4428-9FAF-944A738049D5}" type="presParOf" srcId="{85B4AC7F-6503-4A13-B47A-2AB109ED36D7}" destId="{DFE47B8C-FD0E-44EE-9BCD-64DC3D4980F9}" srcOrd="31" destOrd="0" presId="urn:microsoft.com/office/officeart/2016/7/layout/RepeatingBendingProcessNew"/>
    <dgm:cxn modelId="{E70E170C-8331-4594-BACE-4890E94A7808}" type="presParOf" srcId="{DFE47B8C-FD0E-44EE-9BCD-64DC3D4980F9}" destId="{420D4037-3797-4371-9F74-DABE93814DDE}" srcOrd="0" destOrd="0" presId="urn:microsoft.com/office/officeart/2016/7/layout/RepeatingBendingProcessNew"/>
    <dgm:cxn modelId="{4FAE6624-CD48-4FBF-AC2E-E03B3361E43C}" type="presParOf" srcId="{85B4AC7F-6503-4A13-B47A-2AB109ED36D7}" destId="{FFF5EF46-AD72-40B6-82FA-7B32BB8C6B6A}" srcOrd="32" destOrd="0" presId="urn:microsoft.com/office/officeart/2016/7/layout/RepeatingBendingProcessNew"/>
    <dgm:cxn modelId="{EF5F98BC-9D65-43AF-9A11-1E0A23FCCB90}" type="presParOf" srcId="{85B4AC7F-6503-4A13-B47A-2AB109ED36D7}" destId="{E9C1C7F8-D681-420C-B0C1-7DCEA1C5BE68}" srcOrd="33" destOrd="0" presId="urn:microsoft.com/office/officeart/2016/7/layout/RepeatingBendingProcessNew"/>
    <dgm:cxn modelId="{1A11CE14-1E4D-4FE8-9392-B166335D5208}" type="presParOf" srcId="{E9C1C7F8-D681-420C-B0C1-7DCEA1C5BE68}" destId="{8D79F52B-C8E7-4158-88C0-1C8879AD76AB}" srcOrd="0" destOrd="0" presId="urn:microsoft.com/office/officeart/2016/7/layout/RepeatingBendingProcessNew"/>
    <dgm:cxn modelId="{A9CC526E-9AF1-42A7-B2BD-88651E41EBD0}" type="presParOf" srcId="{85B4AC7F-6503-4A13-B47A-2AB109ED36D7}" destId="{FC7D32A5-07AB-4B17-91B6-2D26D9DB4EE5}" srcOrd="34" destOrd="0" presId="urn:microsoft.com/office/officeart/2016/7/layout/RepeatingBendingProcessNew"/>
    <dgm:cxn modelId="{A9CDB575-274E-4F6C-8EFF-D0DAE7D7CF6A}" type="presParOf" srcId="{85B4AC7F-6503-4A13-B47A-2AB109ED36D7}" destId="{A67EBE7E-BD87-45C5-87DF-7D711615F45C}" srcOrd="35" destOrd="0" presId="urn:microsoft.com/office/officeart/2016/7/layout/RepeatingBendingProcessNew"/>
    <dgm:cxn modelId="{6388A3AB-83FB-4C36-955F-00C4DEDE5DF5}" type="presParOf" srcId="{A67EBE7E-BD87-45C5-87DF-7D711615F45C}" destId="{1F41886B-C61A-4C40-AAB8-1D7A87C7A5D8}" srcOrd="0" destOrd="0" presId="urn:microsoft.com/office/officeart/2016/7/layout/RepeatingBendingProcessNew"/>
    <dgm:cxn modelId="{9AC9204B-99E2-4B40-AAFE-0B2867A577B6}" type="presParOf" srcId="{85B4AC7F-6503-4A13-B47A-2AB109ED36D7}" destId="{3A8CE5F0-44C3-4469-9F1C-6FBDE0010BF8}" srcOrd="3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C2FF0-9AEA-48BC-A4CA-D80F777A87C5}">
      <dsp:nvSpPr>
        <dsp:cNvPr id="0" name=""/>
        <dsp:cNvSpPr/>
      </dsp:nvSpPr>
      <dsp:spPr>
        <a:xfrm>
          <a:off x="663670" y="822795"/>
          <a:ext cx="1060066" cy="10600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07065F-DBFC-4BD4-A645-95DBEA6742C2}">
      <dsp:nvSpPr>
        <dsp:cNvPr id="0" name=""/>
        <dsp:cNvSpPr/>
      </dsp:nvSpPr>
      <dsp:spPr>
        <a:xfrm>
          <a:off x="15852" y="2197100"/>
          <a:ext cx="23557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i="0" kern="1200"/>
            <a:t>Retail businesses and economists rely on sales forecasts to Manage inventory</a:t>
          </a:r>
          <a:endParaRPr lang="en-US" sz="1400" kern="1200"/>
        </a:p>
      </dsp:txBody>
      <dsp:txXfrm>
        <a:off x="15852" y="2197100"/>
        <a:ext cx="2355704" cy="720000"/>
      </dsp:txXfrm>
    </dsp:sp>
    <dsp:sp modelId="{6927CE5C-DA46-49B0-BD09-88991BEB5895}">
      <dsp:nvSpPr>
        <dsp:cNvPr id="0" name=""/>
        <dsp:cNvSpPr/>
      </dsp:nvSpPr>
      <dsp:spPr>
        <a:xfrm>
          <a:off x="3431622" y="822795"/>
          <a:ext cx="1060066" cy="10600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4E0AFA-798A-416A-917B-BB111BFF3371}">
      <dsp:nvSpPr>
        <dsp:cNvPr id="0" name=""/>
        <dsp:cNvSpPr/>
      </dsp:nvSpPr>
      <dsp:spPr>
        <a:xfrm>
          <a:off x="2783804" y="2197100"/>
          <a:ext cx="23557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i="0" kern="1200"/>
            <a:t>adjust marketing efforts</a:t>
          </a:r>
          <a:endParaRPr lang="en-US" sz="1400" kern="1200"/>
        </a:p>
      </dsp:txBody>
      <dsp:txXfrm>
        <a:off x="2783804" y="2197100"/>
        <a:ext cx="2355704" cy="720000"/>
      </dsp:txXfrm>
    </dsp:sp>
    <dsp:sp modelId="{E2D34FBB-A2A5-4874-98EC-FE8D6E46AD95}">
      <dsp:nvSpPr>
        <dsp:cNvPr id="0" name=""/>
        <dsp:cNvSpPr/>
      </dsp:nvSpPr>
      <dsp:spPr>
        <a:xfrm>
          <a:off x="6199575" y="822795"/>
          <a:ext cx="1060066" cy="10600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7C5444-7798-4DF0-B8D9-3AA33B784DFF}">
      <dsp:nvSpPr>
        <dsp:cNvPr id="0" name=""/>
        <dsp:cNvSpPr/>
      </dsp:nvSpPr>
      <dsp:spPr>
        <a:xfrm>
          <a:off x="5551756" y="2197100"/>
          <a:ext cx="23557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i="0" kern="1200"/>
            <a:t>Predict economic conditions</a:t>
          </a:r>
          <a:endParaRPr lang="en-US" sz="1400" kern="1200"/>
        </a:p>
      </dsp:txBody>
      <dsp:txXfrm>
        <a:off x="5551756" y="2197100"/>
        <a:ext cx="2355704" cy="720000"/>
      </dsp:txXfrm>
    </dsp:sp>
    <dsp:sp modelId="{D1EF242D-7A90-4D10-BB51-614E233FAE5A}">
      <dsp:nvSpPr>
        <dsp:cNvPr id="0" name=""/>
        <dsp:cNvSpPr/>
      </dsp:nvSpPr>
      <dsp:spPr>
        <a:xfrm>
          <a:off x="8967527" y="822795"/>
          <a:ext cx="1060066" cy="10600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8DBE45-EA21-474C-968D-73E59C7A79FD}">
      <dsp:nvSpPr>
        <dsp:cNvPr id="0" name=""/>
        <dsp:cNvSpPr/>
      </dsp:nvSpPr>
      <dsp:spPr>
        <a:xfrm>
          <a:off x="8319708" y="2197100"/>
          <a:ext cx="23557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i="0" kern="1200"/>
            <a:t>Make investment decisions </a:t>
          </a:r>
          <a:endParaRPr lang="en-US" sz="1400" kern="1200"/>
        </a:p>
      </dsp:txBody>
      <dsp:txXfrm>
        <a:off x="8319708" y="2197100"/>
        <a:ext cx="2355704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178541-C7A8-49AA-8378-EDD5A084A0CC}">
      <dsp:nvSpPr>
        <dsp:cNvPr id="0" name=""/>
        <dsp:cNvSpPr/>
      </dsp:nvSpPr>
      <dsp:spPr>
        <a:xfrm>
          <a:off x="880668" y="602155"/>
          <a:ext cx="1435167" cy="14351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93FB63-F790-458D-917C-4A677CED1DD5}">
      <dsp:nvSpPr>
        <dsp:cNvPr id="0" name=""/>
        <dsp:cNvSpPr/>
      </dsp:nvSpPr>
      <dsp:spPr>
        <a:xfrm>
          <a:off x="3621" y="2417740"/>
          <a:ext cx="31892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/>
            <a:t>Consumer price index (CPIAUCS)</a:t>
          </a:r>
          <a:endParaRPr lang="en-US" sz="1600" kern="1200"/>
        </a:p>
      </dsp:txBody>
      <dsp:txXfrm>
        <a:off x="3621" y="2417740"/>
        <a:ext cx="3189260" cy="720000"/>
      </dsp:txXfrm>
    </dsp:sp>
    <dsp:sp modelId="{66671547-8256-4617-B09F-7A15EBD8100A}">
      <dsp:nvSpPr>
        <dsp:cNvPr id="0" name=""/>
        <dsp:cNvSpPr/>
      </dsp:nvSpPr>
      <dsp:spPr>
        <a:xfrm>
          <a:off x="4628048" y="602155"/>
          <a:ext cx="1435167" cy="14351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FFBB20-BF45-4F77-B47B-A04A9543B63F}">
      <dsp:nvSpPr>
        <dsp:cNvPr id="0" name=""/>
        <dsp:cNvSpPr/>
      </dsp:nvSpPr>
      <dsp:spPr>
        <a:xfrm>
          <a:off x="3751002" y="2417740"/>
          <a:ext cx="31892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Measure inflation </a:t>
          </a:r>
        </a:p>
      </dsp:txBody>
      <dsp:txXfrm>
        <a:off x="3751002" y="2417740"/>
        <a:ext cx="3189260" cy="720000"/>
      </dsp:txXfrm>
    </dsp:sp>
    <dsp:sp modelId="{46369271-E36F-4F14-A074-F8DCFFE451D7}">
      <dsp:nvSpPr>
        <dsp:cNvPr id="0" name=""/>
        <dsp:cNvSpPr/>
      </dsp:nvSpPr>
      <dsp:spPr>
        <a:xfrm>
          <a:off x="8375429" y="602155"/>
          <a:ext cx="1435167" cy="14351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11B8E9-F283-40ED-9667-FA6A70EAB6D3}">
      <dsp:nvSpPr>
        <dsp:cNvPr id="0" name=""/>
        <dsp:cNvSpPr/>
      </dsp:nvSpPr>
      <dsp:spPr>
        <a:xfrm>
          <a:off x="7498383" y="2417740"/>
          <a:ext cx="31892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i="0" kern="1200"/>
            <a:t>High inflation can reduce purchasing power, affecting retail sales.</a:t>
          </a:r>
          <a:endParaRPr lang="en-US" sz="1600" kern="1200"/>
        </a:p>
      </dsp:txBody>
      <dsp:txXfrm>
        <a:off x="7498383" y="2417740"/>
        <a:ext cx="318926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926093-2DD3-4701-A66C-C63666CB6D1E}">
      <dsp:nvSpPr>
        <dsp:cNvPr id="0" name=""/>
        <dsp:cNvSpPr/>
      </dsp:nvSpPr>
      <dsp:spPr>
        <a:xfrm>
          <a:off x="880668" y="602155"/>
          <a:ext cx="1435167" cy="14351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3C72CF-BF44-4638-91A7-D4E1720503FE}">
      <dsp:nvSpPr>
        <dsp:cNvPr id="0" name=""/>
        <dsp:cNvSpPr/>
      </dsp:nvSpPr>
      <dsp:spPr>
        <a:xfrm>
          <a:off x="3621" y="2417740"/>
          <a:ext cx="31892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Unemployment Rate (UNRATE)</a:t>
          </a:r>
        </a:p>
      </dsp:txBody>
      <dsp:txXfrm>
        <a:off x="3621" y="2417740"/>
        <a:ext cx="3189260" cy="720000"/>
      </dsp:txXfrm>
    </dsp:sp>
    <dsp:sp modelId="{2447981A-F0C9-4389-A47C-0BABD2F3E7F1}">
      <dsp:nvSpPr>
        <dsp:cNvPr id="0" name=""/>
        <dsp:cNvSpPr/>
      </dsp:nvSpPr>
      <dsp:spPr>
        <a:xfrm>
          <a:off x="4628048" y="602155"/>
          <a:ext cx="1435167" cy="14351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5A4DF8-9089-469A-8E01-1EA43A813E0A}">
      <dsp:nvSpPr>
        <dsp:cNvPr id="0" name=""/>
        <dsp:cNvSpPr/>
      </dsp:nvSpPr>
      <dsp:spPr>
        <a:xfrm>
          <a:off x="3751002" y="2417740"/>
          <a:ext cx="31892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Percentage of unemployment workforces</a:t>
          </a:r>
        </a:p>
      </dsp:txBody>
      <dsp:txXfrm>
        <a:off x="3751002" y="2417740"/>
        <a:ext cx="3189260" cy="720000"/>
      </dsp:txXfrm>
    </dsp:sp>
    <dsp:sp modelId="{55D0332D-AC24-4A4F-8692-DB0B82D2D7D1}">
      <dsp:nvSpPr>
        <dsp:cNvPr id="0" name=""/>
        <dsp:cNvSpPr/>
      </dsp:nvSpPr>
      <dsp:spPr>
        <a:xfrm>
          <a:off x="8375429" y="602155"/>
          <a:ext cx="1435167" cy="14351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A0CA5-7B8F-44CB-BBCE-9687E1F86CA7}">
      <dsp:nvSpPr>
        <dsp:cNvPr id="0" name=""/>
        <dsp:cNvSpPr/>
      </dsp:nvSpPr>
      <dsp:spPr>
        <a:xfrm>
          <a:off x="7498383" y="2417740"/>
          <a:ext cx="31892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900" b="0" i="0" kern="1200"/>
            <a:t>Higher unemployment usually reduces consumer spending.</a:t>
          </a:r>
          <a:endParaRPr lang="en-US" sz="1900" kern="1200"/>
        </a:p>
      </dsp:txBody>
      <dsp:txXfrm>
        <a:off x="7498383" y="2417740"/>
        <a:ext cx="318926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536FD8-227B-4982-B470-81ACFFFB33EC}">
      <dsp:nvSpPr>
        <dsp:cNvPr id="0" name=""/>
        <dsp:cNvSpPr/>
      </dsp:nvSpPr>
      <dsp:spPr>
        <a:xfrm>
          <a:off x="880668" y="602155"/>
          <a:ext cx="1435167" cy="14351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2E85FA-0A65-431D-ABA0-B31C4B11B1D9}">
      <dsp:nvSpPr>
        <dsp:cNvPr id="0" name=""/>
        <dsp:cNvSpPr/>
      </dsp:nvSpPr>
      <dsp:spPr>
        <a:xfrm>
          <a:off x="3621" y="2417740"/>
          <a:ext cx="31892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/>
            <a:t>Interest rate banks charge each other </a:t>
          </a:r>
        </a:p>
      </dsp:txBody>
      <dsp:txXfrm>
        <a:off x="3621" y="2417740"/>
        <a:ext cx="3189260" cy="720000"/>
      </dsp:txXfrm>
    </dsp:sp>
    <dsp:sp modelId="{E0CE56EA-84FD-437A-A93C-42A105415C55}">
      <dsp:nvSpPr>
        <dsp:cNvPr id="0" name=""/>
        <dsp:cNvSpPr/>
      </dsp:nvSpPr>
      <dsp:spPr>
        <a:xfrm>
          <a:off x="4628048" y="602155"/>
          <a:ext cx="1435167" cy="14351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87BA6B-6128-4C70-939F-BB93081A261A}">
      <dsp:nvSpPr>
        <dsp:cNvPr id="0" name=""/>
        <dsp:cNvSpPr/>
      </dsp:nvSpPr>
      <dsp:spPr>
        <a:xfrm>
          <a:off x="3751002" y="2417740"/>
          <a:ext cx="31892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 b="0" i="0" kern="1200"/>
            <a:t>Federal Funds Rate (FEDFUNDS)</a:t>
          </a:r>
          <a:endParaRPr lang="en-US" sz="2400" kern="1200"/>
        </a:p>
      </dsp:txBody>
      <dsp:txXfrm>
        <a:off x="3751002" y="2417740"/>
        <a:ext cx="3189260" cy="720000"/>
      </dsp:txXfrm>
    </dsp:sp>
    <dsp:sp modelId="{49E3C204-52AF-478A-BA6C-9754796BA77F}">
      <dsp:nvSpPr>
        <dsp:cNvPr id="0" name=""/>
        <dsp:cNvSpPr/>
      </dsp:nvSpPr>
      <dsp:spPr>
        <a:xfrm>
          <a:off x="8375429" y="602155"/>
          <a:ext cx="1435167" cy="14351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345788-C632-4988-8E07-85D0AFD9E5D6}">
      <dsp:nvSpPr>
        <dsp:cNvPr id="0" name=""/>
        <dsp:cNvSpPr/>
      </dsp:nvSpPr>
      <dsp:spPr>
        <a:xfrm>
          <a:off x="7498383" y="2417740"/>
          <a:ext cx="31892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 b="0" i="0" kern="1200"/>
            <a:t>Higher rates can lower borrowing/spending.</a:t>
          </a:r>
          <a:endParaRPr lang="en-US" sz="2400" kern="1200"/>
        </a:p>
      </dsp:txBody>
      <dsp:txXfrm>
        <a:off x="7498383" y="2417740"/>
        <a:ext cx="318926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9BC523-C879-4686-895F-6E08EA16E9D4}">
      <dsp:nvSpPr>
        <dsp:cNvPr id="0" name=""/>
        <dsp:cNvSpPr/>
      </dsp:nvSpPr>
      <dsp:spPr>
        <a:xfrm>
          <a:off x="0" y="756552"/>
          <a:ext cx="3006918" cy="19093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16086E-F962-459C-8D07-87DFA3588942}">
      <dsp:nvSpPr>
        <dsp:cNvPr id="0" name=""/>
        <dsp:cNvSpPr/>
      </dsp:nvSpPr>
      <dsp:spPr>
        <a:xfrm>
          <a:off x="334102" y="1073949"/>
          <a:ext cx="3006918" cy="19093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0" i="0" kern="1200"/>
            <a:t>Personal Consumption Expenditures (PCE)</a:t>
          </a:r>
          <a:endParaRPr lang="en-US" sz="2900" kern="1200"/>
        </a:p>
      </dsp:txBody>
      <dsp:txXfrm>
        <a:off x="390026" y="1129873"/>
        <a:ext cx="2895070" cy="1797545"/>
      </dsp:txXfrm>
    </dsp:sp>
    <dsp:sp modelId="{EF7EAD9E-F9EE-494E-88AF-3A4D8BBC7D7B}">
      <dsp:nvSpPr>
        <dsp:cNvPr id="0" name=""/>
        <dsp:cNvSpPr/>
      </dsp:nvSpPr>
      <dsp:spPr>
        <a:xfrm>
          <a:off x="3675122" y="756552"/>
          <a:ext cx="3006918" cy="19093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A84212-60B6-45A7-9B09-094C8431CB85}">
      <dsp:nvSpPr>
        <dsp:cNvPr id="0" name=""/>
        <dsp:cNvSpPr/>
      </dsp:nvSpPr>
      <dsp:spPr>
        <a:xfrm>
          <a:off x="4009224" y="1073949"/>
          <a:ext cx="3006918" cy="19093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0" i="0" kern="1200"/>
            <a:t>Consumer spending data</a:t>
          </a:r>
          <a:endParaRPr lang="en-US" sz="2900" kern="1200"/>
        </a:p>
      </dsp:txBody>
      <dsp:txXfrm>
        <a:off x="4065148" y="1129873"/>
        <a:ext cx="2895070" cy="1797545"/>
      </dsp:txXfrm>
    </dsp:sp>
    <dsp:sp modelId="{9E28F287-D0FF-4858-A35A-49E578442496}">
      <dsp:nvSpPr>
        <dsp:cNvPr id="0" name=""/>
        <dsp:cNvSpPr/>
      </dsp:nvSpPr>
      <dsp:spPr>
        <a:xfrm>
          <a:off x="7350244" y="756552"/>
          <a:ext cx="3006918" cy="19093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027E8F-29E1-4D2B-AD03-1910B824560C}">
      <dsp:nvSpPr>
        <dsp:cNvPr id="0" name=""/>
        <dsp:cNvSpPr/>
      </dsp:nvSpPr>
      <dsp:spPr>
        <a:xfrm>
          <a:off x="7684346" y="1073949"/>
          <a:ext cx="3006918" cy="19093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0" i="0" kern="1200"/>
            <a:t>Directly related to retail trends.</a:t>
          </a:r>
          <a:endParaRPr lang="en-US" sz="2900" kern="1200"/>
        </a:p>
      </dsp:txBody>
      <dsp:txXfrm>
        <a:off x="7740270" y="1129873"/>
        <a:ext cx="2895070" cy="17975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C24A22-898A-468A-8CEC-C8EC82D3763D}">
      <dsp:nvSpPr>
        <dsp:cNvPr id="0" name=""/>
        <dsp:cNvSpPr/>
      </dsp:nvSpPr>
      <dsp:spPr>
        <a:xfrm>
          <a:off x="1835632" y="302816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FE3658-1BBF-4165-841B-101CD6798E57}">
      <dsp:nvSpPr>
        <dsp:cNvPr id="0" name=""/>
        <dsp:cNvSpPr/>
      </dsp:nvSpPr>
      <dsp:spPr>
        <a:xfrm>
          <a:off x="647632" y="2717079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 b="0" i="0" kern="1200"/>
            <a:t>(DSPIC96) Income after taxes, (adjusted for inflation)</a:t>
          </a:r>
          <a:endParaRPr lang="en-US" sz="2400" kern="1200"/>
        </a:p>
      </dsp:txBody>
      <dsp:txXfrm>
        <a:off x="647632" y="2717079"/>
        <a:ext cx="4320000" cy="720000"/>
      </dsp:txXfrm>
    </dsp:sp>
    <dsp:sp modelId="{13206349-4092-4213-AF89-4CE62205DD9D}">
      <dsp:nvSpPr>
        <dsp:cNvPr id="0" name=""/>
        <dsp:cNvSpPr/>
      </dsp:nvSpPr>
      <dsp:spPr>
        <a:xfrm>
          <a:off x="6911632" y="302816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332EE5-F22E-4FE1-995B-34A31A91433F}">
      <dsp:nvSpPr>
        <dsp:cNvPr id="0" name=""/>
        <dsp:cNvSpPr/>
      </dsp:nvSpPr>
      <dsp:spPr>
        <a:xfrm>
          <a:off x="5723632" y="2717079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 b="0" i="0" kern="1200"/>
            <a:t>More disposable income generally means more spending.</a:t>
          </a:r>
          <a:endParaRPr lang="en-US" sz="2400" kern="1200"/>
        </a:p>
      </dsp:txBody>
      <dsp:txXfrm>
        <a:off x="5723632" y="2717079"/>
        <a:ext cx="432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40267E-73AC-4D3F-A337-ADF0798A6D41}">
      <dsp:nvSpPr>
        <dsp:cNvPr id="0" name=""/>
        <dsp:cNvSpPr/>
      </dsp:nvSpPr>
      <dsp:spPr>
        <a:xfrm>
          <a:off x="880668" y="602155"/>
          <a:ext cx="1435167" cy="14351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346BBF-7A77-4035-8816-84553BB03653}">
      <dsp:nvSpPr>
        <dsp:cNvPr id="0" name=""/>
        <dsp:cNvSpPr/>
      </dsp:nvSpPr>
      <dsp:spPr>
        <a:xfrm>
          <a:off x="3621" y="2417740"/>
          <a:ext cx="31892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Lag sales features </a:t>
          </a:r>
        </a:p>
      </dsp:txBody>
      <dsp:txXfrm>
        <a:off x="3621" y="2417740"/>
        <a:ext cx="3189260" cy="720000"/>
      </dsp:txXfrm>
    </dsp:sp>
    <dsp:sp modelId="{0D59E951-5FD0-4461-B172-60AF7D4AD3AA}">
      <dsp:nvSpPr>
        <dsp:cNvPr id="0" name=""/>
        <dsp:cNvSpPr/>
      </dsp:nvSpPr>
      <dsp:spPr>
        <a:xfrm>
          <a:off x="4628048" y="602155"/>
          <a:ext cx="1435167" cy="14351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E4668A-2A46-4210-9F66-390FE84C5B08}">
      <dsp:nvSpPr>
        <dsp:cNvPr id="0" name=""/>
        <dsp:cNvSpPr/>
      </dsp:nvSpPr>
      <dsp:spPr>
        <a:xfrm>
          <a:off x="3751002" y="2417740"/>
          <a:ext cx="31892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Retail sales from previous time steps</a:t>
          </a:r>
        </a:p>
      </dsp:txBody>
      <dsp:txXfrm>
        <a:off x="3751002" y="2417740"/>
        <a:ext cx="3189260" cy="720000"/>
      </dsp:txXfrm>
    </dsp:sp>
    <dsp:sp modelId="{E2C2904E-BC37-4739-A8F6-A5DAB3E9B8AE}">
      <dsp:nvSpPr>
        <dsp:cNvPr id="0" name=""/>
        <dsp:cNvSpPr/>
      </dsp:nvSpPr>
      <dsp:spPr>
        <a:xfrm>
          <a:off x="8375429" y="602155"/>
          <a:ext cx="1435167" cy="14351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ED6805-A7C3-4E02-BE83-9DD6D667F787}">
      <dsp:nvSpPr>
        <dsp:cNvPr id="0" name=""/>
        <dsp:cNvSpPr/>
      </dsp:nvSpPr>
      <dsp:spPr>
        <a:xfrm>
          <a:off x="7498383" y="2417740"/>
          <a:ext cx="31892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900" b="0" i="0" kern="1200"/>
            <a:t>Captures short-term momentum or autocorrelation</a:t>
          </a:r>
          <a:r>
            <a:rPr lang="en-US" sz="1900" kern="1200"/>
            <a:t> </a:t>
          </a:r>
        </a:p>
      </dsp:txBody>
      <dsp:txXfrm>
        <a:off x="7498383" y="2417740"/>
        <a:ext cx="318926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B77B4F-406D-43B2-9CF2-F1DBD7C49A91}">
      <dsp:nvSpPr>
        <dsp:cNvPr id="0" name=""/>
        <dsp:cNvSpPr/>
      </dsp:nvSpPr>
      <dsp:spPr>
        <a:xfrm>
          <a:off x="880668" y="602155"/>
          <a:ext cx="1435167" cy="14351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34732C-5682-427A-A33F-0BAB25AEE057}">
      <dsp:nvSpPr>
        <dsp:cNvPr id="0" name=""/>
        <dsp:cNvSpPr/>
      </dsp:nvSpPr>
      <dsp:spPr>
        <a:xfrm>
          <a:off x="3621" y="2417740"/>
          <a:ext cx="31892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/>
            <a:t>Lag feature 12 month ago </a:t>
          </a:r>
        </a:p>
      </dsp:txBody>
      <dsp:txXfrm>
        <a:off x="3621" y="2417740"/>
        <a:ext cx="3189260" cy="720000"/>
      </dsp:txXfrm>
    </dsp:sp>
    <dsp:sp modelId="{8A269648-FD72-498F-A2C7-B97E03C41871}">
      <dsp:nvSpPr>
        <dsp:cNvPr id="0" name=""/>
        <dsp:cNvSpPr/>
      </dsp:nvSpPr>
      <dsp:spPr>
        <a:xfrm>
          <a:off x="4628048" y="602155"/>
          <a:ext cx="1435167" cy="14351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19E764-7042-41C0-9CA8-5003C8D4AE57}">
      <dsp:nvSpPr>
        <dsp:cNvPr id="0" name=""/>
        <dsp:cNvSpPr/>
      </dsp:nvSpPr>
      <dsp:spPr>
        <a:xfrm>
          <a:off x="3751002" y="2417740"/>
          <a:ext cx="31892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/>
            <a:t>Sales from the same month last year </a:t>
          </a:r>
        </a:p>
      </dsp:txBody>
      <dsp:txXfrm>
        <a:off x="3751002" y="2417740"/>
        <a:ext cx="3189260" cy="720000"/>
      </dsp:txXfrm>
    </dsp:sp>
    <dsp:sp modelId="{18A9B442-AE59-4B1E-944D-3F21EF236093}">
      <dsp:nvSpPr>
        <dsp:cNvPr id="0" name=""/>
        <dsp:cNvSpPr/>
      </dsp:nvSpPr>
      <dsp:spPr>
        <a:xfrm>
          <a:off x="8375429" y="602155"/>
          <a:ext cx="1435167" cy="14351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F7082A-6B5F-4759-B50D-3D5123AE35C2}">
      <dsp:nvSpPr>
        <dsp:cNvPr id="0" name=""/>
        <dsp:cNvSpPr/>
      </dsp:nvSpPr>
      <dsp:spPr>
        <a:xfrm>
          <a:off x="7498383" y="2417740"/>
          <a:ext cx="31892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/>
            <a:t>Capture seasonality </a:t>
          </a:r>
        </a:p>
      </dsp:txBody>
      <dsp:txXfrm>
        <a:off x="7498383" y="2417740"/>
        <a:ext cx="318926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A47B05-1F43-401A-8469-48DEF4B5DE57}">
      <dsp:nvSpPr>
        <dsp:cNvPr id="0" name=""/>
        <dsp:cNvSpPr/>
      </dsp:nvSpPr>
      <dsp:spPr>
        <a:xfrm>
          <a:off x="1835632" y="302816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DB394E-AEC1-4E6E-89A3-752325F44FE5}">
      <dsp:nvSpPr>
        <dsp:cNvPr id="0" name=""/>
        <dsp:cNvSpPr/>
      </dsp:nvSpPr>
      <dsp:spPr>
        <a:xfrm>
          <a:off x="647632" y="2717079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200" b="0" i="0" kern="1200" dirty="0"/>
            <a:t>. Feature Engineering Lag features: lag_1(one month ago), lag_12(same month previous year) to capture temporal dependencies and seasonality. Rolling mean: rolling_mean_3 to smooth short-term fluctuations.</a:t>
          </a:r>
          <a:endParaRPr lang="en-US" sz="1200" kern="1200" dirty="0"/>
        </a:p>
      </dsp:txBody>
      <dsp:txXfrm>
        <a:off x="647632" y="2717079"/>
        <a:ext cx="4320000" cy="720000"/>
      </dsp:txXfrm>
    </dsp:sp>
    <dsp:sp modelId="{07DA348C-6A06-4631-BD32-7814096B3E64}">
      <dsp:nvSpPr>
        <dsp:cNvPr id="0" name=""/>
        <dsp:cNvSpPr/>
      </dsp:nvSpPr>
      <dsp:spPr>
        <a:xfrm>
          <a:off x="6911632" y="302816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57DD50-E10F-4AF5-B53D-DEDF875DA6A2}">
      <dsp:nvSpPr>
        <dsp:cNvPr id="0" name=""/>
        <dsp:cNvSpPr/>
      </dsp:nvSpPr>
      <dsp:spPr>
        <a:xfrm>
          <a:off x="5723632" y="2717079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200" b="0" i="0" kern="1200" dirty="0"/>
            <a:t>. Feature Selection (Wrapper-Based) RFE (Recursive Feature Elimination) with a linear regression base model. Chose top 5 most predictive features based on feature rankings.</a:t>
          </a:r>
          <a:endParaRPr lang="en-US" sz="1200" kern="1200" dirty="0"/>
        </a:p>
      </dsp:txBody>
      <dsp:txXfrm>
        <a:off x="5723632" y="2717079"/>
        <a:ext cx="432000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3794FC-C913-4E17-A2AB-7B75457413A6}">
      <dsp:nvSpPr>
        <dsp:cNvPr id="0" name=""/>
        <dsp:cNvSpPr/>
      </dsp:nvSpPr>
      <dsp:spPr>
        <a:xfrm>
          <a:off x="835" y="0"/>
          <a:ext cx="3382783" cy="37398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4144" tIns="0" rIns="334144" bIns="33020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0" i="0" kern="1200"/>
            <a:t>Feature Engineering Lag features: lag_1(one month ago), lag_12(same month previous year) to capture temporal dependencies and seasonality. Rolling mean: rolling_mean_3 to smooth short-term fluctuations.</a:t>
          </a:r>
          <a:endParaRPr lang="en-US" sz="1800" kern="1200"/>
        </a:p>
      </dsp:txBody>
      <dsp:txXfrm>
        <a:off x="835" y="1495958"/>
        <a:ext cx="3382783" cy="2243937"/>
      </dsp:txXfrm>
    </dsp:sp>
    <dsp:sp modelId="{D951710D-7A4D-4C95-9208-93543746E554}">
      <dsp:nvSpPr>
        <dsp:cNvPr id="0" name=""/>
        <dsp:cNvSpPr/>
      </dsp:nvSpPr>
      <dsp:spPr>
        <a:xfrm>
          <a:off x="835" y="0"/>
          <a:ext cx="3382783" cy="149595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4144" tIns="165100" rIns="334144" bIns="165100" numCol="1" spcCol="1270" anchor="ctr" anchorCtr="0">
          <a:noAutofit/>
        </a:bodyPr>
        <a:lstStyle/>
        <a:p>
          <a:pPr lvl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600" kern="1200"/>
            <a:t>01</a:t>
          </a:r>
        </a:p>
      </dsp:txBody>
      <dsp:txXfrm>
        <a:off x="835" y="0"/>
        <a:ext cx="3382783" cy="1495958"/>
      </dsp:txXfrm>
    </dsp:sp>
    <dsp:sp modelId="{FF199562-C477-46AF-8985-418E7DD2978E}">
      <dsp:nvSpPr>
        <dsp:cNvPr id="0" name=""/>
        <dsp:cNvSpPr/>
      </dsp:nvSpPr>
      <dsp:spPr>
        <a:xfrm>
          <a:off x="3654240" y="0"/>
          <a:ext cx="3382783" cy="37398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4144" tIns="0" rIns="334144" bIns="33020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0" i="0" kern="1200" dirty="0"/>
            <a:t> Feature Selection (Wrapper-Based) RFE (Recursive Feature Elimination) with a linear regression base model. Chose top 5 most predictive features based on feature rankings.</a:t>
          </a:r>
          <a:endParaRPr lang="en-US" sz="1800" kern="1200" dirty="0"/>
        </a:p>
      </dsp:txBody>
      <dsp:txXfrm>
        <a:off x="3654240" y="1495958"/>
        <a:ext cx="3382783" cy="2243937"/>
      </dsp:txXfrm>
    </dsp:sp>
    <dsp:sp modelId="{01D2EB73-4433-4DD6-9C3B-6212FA9A90B1}">
      <dsp:nvSpPr>
        <dsp:cNvPr id="0" name=""/>
        <dsp:cNvSpPr/>
      </dsp:nvSpPr>
      <dsp:spPr>
        <a:xfrm>
          <a:off x="3654240" y="0"/>
          <a:ext cx="3382783" cy="149595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4144" tIns="165100" rIns="334144" bIns="165100" numCol="1" spcCol="1270" anchor="ctr" anchorCtr="0">
          <a:noAutofit/>
        </a:bodyPr>
        <a:lstStyle/>
        <a:p>
          <a:pPr lvl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600" kern="1200"/>
            <a:t>02</a:t>
          </a:r>
        </a:p>
      </dsp:txBody>
      <dsp:txXfrm>
        <a:off x="3654240" y="0"/>
        <a:ext cx="3382783" cy="1495958"/>
      </dsp:txXfrm>
    </dsp:sp>
    <dsp:sp modelId="{4C046DB1-ADAD-4F0E-8644-C9A35A91BEC4}">
      <dsp:nvSpPr>
        <dsp:cNvPr id="0" name=""/>
        <dsp:cNvSpPr/>
      </dsp:nvSpPr>
      <dsp:spPr>
        <a:xfrm>
          <a:off x="7307646" y="0"/>
          <a:ext cx="3382783" cy="37398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4144" tIns="0" rIns="334144" bIns="33020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0" i="0" kern="1200"/>
            <a:t>Standard prophet used with no external regressors</a:t>
          </a:r>
          <a:endParaRPr lang="en-US" sz="1800" kern="1200"/>
        </a:p>
      </dsp:txBody>
      <dsp:txXfrm>
        <a:off x="7307646" y="1495958"/>
        <a:ext cx="3382783" cy="2243937"/>
      </dsp:txXfrm>
    </dsp:sp>
    <dsp:sp modelId="{DB58542B-6DF5-41A7-9585-4914B6B34CC4}">
      <dsp:nvSpPr>
        <dsp:cNvPr id="0" name=""/>
        <dsp:cNvSpPr/>
      </dsp:nvSpPr>
      <dsp:spPr>
        <a:xfrm>
          <a:off x="7307646" y="0"/>
          <a:ext cx="3382783" cy="149595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4144" tIns="165100" rIns="334144" bIns="165100" numCol="1" spcCol="1270" anchor="ctr" anchorCtr="0">
          <a:noAutofit/>
        </a:bodyPr>
        <a:lstStyle/>
        <a:p>
          <a:pPr lvl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600" kern="1200"/>
            <a:t>03</a:t>
          </a:r>
        </a:p>
      </dsp:txBody>
      <dsp:txXfrm>
        <a:off x="7307646" y="0"/>
        <a:ext cx="3382783" cy="149595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F6113E-87FE-4090-BE6E-CAF6776B6A8C}">
      <dsp:nvSpPr>
        <dsp:cNvPr id="0" name=""/>
        <dsp:cNvSpPr/>
      </dsp:nvSpPr>
      <dsp:spPr>
        <a:xfrm rot="5400000">
          <a:off x="1782451" y="849366"/>
          <a:ext cx="1329108" cy="16021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D37AF-57CF-4C82-B305-5FCA6DE0A123}">
      <dsp:nvSpPr>
        <dsp:cNvPr id="0" name=""/>
        <dsp:cNvSpPr/>
      </dsp:nvSpPr>
      <dsp:spPr>
        <a:xfrm>
          <a:off x="2087981" y="803"/>
          <a:ext cx="1780137" cy="10680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i="0" kern="1200" baseline="0"/>
            <a:t>Problem:</a:t>
          </a:r>
          <a:r>
            <a:rPr lang="en-US" sz="1100" b="0" i="0" kern="1200" baseline="0"/>
            <a:t/>
          </a:r>
          <a:br>
            <a:rPr lang="en-US" sz="1100" b="0" i="0" kern="1200" baseline="0"/>
          </a:br>
          <a:r>
            <a:rPr lang="en-US" sz="1100" b="0" i="0" kern="1200" baseline="0"/>
            <a:t>Predicting the </a:t>
          </a:r>
          <a:r>
            <a:rPr lang="en-US" sz="1100" b="1" i="0" kern="1200" baseline="0"/>
            <a:t>Unemployment Rate</a:t>
          </a:r>
          <a:r>
            <a:rPr lang="en-US" sz="1100" b="0" i="0" kern="1200" baseline="0"/>
            <a:t> using economic indicators from FRED, including:</a:t>
          </a:r>
          <a:endParaRPr lang="en-US" sz="1100" kern="1200"/>
        </a:p>
      </dsp:txBody>
      <dsp:txXfrm>
        <a:off x="2119264" y="32086"/>
        <a:ext cx="1717571" cy="1005516"/>
      </dsp:txXfrm>
    </dsp:sp>
    <dsp:sp modelId="{FDEDD2BA-DECC-4161-8356-E2F59E183BBA}">
      <dsp:nvSpPr>
        <dsp:cNvPr id="0" name=""/>
        <dsp:cNvSpPr/>
      </dsp:nvSpPr>
      <dsp:spPr>
        <a:xfrm rot="5400000">
          <a:off x="1782451" y="2184469"/>
          <a:ext cx="1329108" cy="16021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0943FF-D60E-46CB-AAA3-52AE038458DA}">
      <dsp:nvSpPr>
        <dsp:cNvPr id="0" name=""/>
        <dsp:cNvSpPr/>
      </dsp:nvSpPr>
      <dsp:spPr>
        <a:xfrm>
          <a:off x="2087981" y="1335906"/>
          <a:ext cx="1780137" cy="10680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0" i="0" kern="1200" baseline="0"/>
            <a:t>Consumer Price Index (CPI)</a:t>
          </a:r>
          <a:endParaRPr lang="en-US" sz="1100" kern="1200"/>
        </a:p>
      </dsp:txBody>
      <dsp:txXfrm>
        <a:off x="2119264" y="1367189"/>
        <a:ext cx="1717571" cy="1005516"/>
      </dsp:txXfrm>
    </dsp:sp>
    <dsp:sp modelId="{F3C24C5B-E7E5-44F0-BFAF-929F3317D5C7}">
      <dsp:nvSpPr>
        <dsp:cNvPr id="0" name=""/>
        <dsp:cNvSpPr/>
      </dsp:nvSpPr>
      <dsp:spPr>
        <a:xfrm>
          <a:off x="2450002" y="2852020"/>
          <a:ext cx="2361588" cy="16021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62D11D-5807-48A1-91F3-9C37436A00DF}">
      <dsp:nvSpPr>
        <dsp:cNvPr id="0" name=""/>
        <dsp:cNvSpPr/>
      </dsp:nvSpPr>
      <dsp:spPr>
        <a:xfrm>
          <a:off x="2087981" y="2671009"/>
          <a:ext cx="1780137" cy="10680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0" i="0" kern="1200" baseline="0"/>
            <a:t>Federal Funds Rate</a:t>
          </a:r>
          <a:endParaRPr lang="en-US" sz="1100" kern="1200"/>
        </a:p>
      </dsp:txBody>
      <dsp:txXfrm>
        <a:off x="2119264" y="2702292"/>
        <a:ext cx="1717571" cy="1005516"/>
      </dsp:txXfrm>
    </dsp:sp>
    <dsp:sp modelId="{E0FE4D28-BFCB-4904-A890-17BD04D026A8}">
      <dsp:nvSpPr>
        <dsp:cNvPr id="0" name=""/>
        <dsp:cNvSpPr/>
      </dsp:nvSpPr>
      <dsp:spPr>
        <a:xfrm rot="16200000">
          <a:off x="4150033" y="2184469"/>
          <a:ext cx="1329108" cy="16021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A24A5C-CD6F-4CA1-B796-FB492D0576FE}">
      <dsp:nvSpPr>
        <dsp:cNvPr id="0" name=""/>
        <dsp:cNvSpPr/>
      </dsp:nvSpPr>
      <dsp:spPr>
        <a:xfrm>
          <a:off x="4455563" y="2671009"/>
          <a:ext cx="1780137" cy="10680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0" i="0" kern="1200" baseline="0"/>
            <a:t>Personal Consumption Expenditures (PCE)</a:t>
          </a:r>
          <a:endParaRPr lang="en-US" sz="1100" kern="1200"/>
        </a:p>
      </dsp:txBody>
      <dsp:txXfrm>
        <a:off x="4486846" y="2702292"/>
        <a:ext cx="1717571" cy="1005516"/>
      </dsp:txXfrm>
    </dsp:sp>
    <dsp:sp modelId="{6CA8F0E1-9AEE-4732-ADA2-97FE87BE2F66}">
      <dsp:nvSpPr>
        <dsp:cNvPr id="0" name=""/>
        <dsp:cNvSpPr/>
      </dsp:nvSpPr>
      <dsp:spPr>
        <a:xfrm rot="16200000">
          <a:off x="4150033" y="849366"/>
          <a:ext cx="1329108" cy="16021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B08AF6-9103-4B27-9B99-6796708314D8}">
      <dsp:nvSpPr>
        <dsp:cNvPr id="0" name=""/>
        <dsp:cNvSpPr/>
      </dsp:nvSpPr>
      <dsp:spPr>
        <a:xfrm>
          <a:off x="4455563" y="1335906"/>
          <a:ext cx="1780137" cy="10680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0" i="0" kern="1200" baseline="0"/>
            <a:t>Real Disposable Personal Income</a:t>
          </a:r>
          <a:endParaRPr lang="en-US" sz="1100" kern="1200"/>
        </a:p>
      </dsp:txBody>
      <dsp:txXfrm>
        <a:off x="4486846" y="1367189"/>
        <a:ext cx="1717571" cy="1005516"/>
      </dsp:txXfrm>
    </dsp:sp>
    <dsp:sp modelId="{237CB6FD-B825-4F03-BBA5-C67122B3EAA0}">
      <dsp:nvSpPr>
        <dsp:cNvPr id="0" name=""/>
        <dsp:cNvSpPr/>
      </dsp:nvSpPr>
      <dsp:spPr>
        <a:xfrm>
          <a:off x="4817585" y="181814"/>
          <a:ext cx="2361588" cy="16021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A353C0-559A-45F2-AAB5-250B99BC92F6}">
      <dsp:nvSpPr>
        <dsp:cNvPr id="0" name=""/>
        <dsp:cNvSpPr/>
      </dsp:nvSpPr>
      <dsp:spPr>
        <a:xfrm>
          <a:off x="4455563" y="803"/>
          <a:ext cx="1780137" cy="10680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0" i="0" kern="1200" baseline="0"/>
            <a:t>Retail Sales</a:t>
          </a:r>
          <a:endParaRPr lang="en-US" sz="1100" kern="1200"/>
        </a:p>
      </dsp:txBody>
      <dsp:txXfrm>
        <a:off x="4486846" y="32086"/>
        <a:ext cx="1717571" cy="1005516"/>
      </dsp:txXfrm>
    </dsp:sp>
    <dsp:sp modelId="{32F56A8C-A19E-4C18-887D-D18D6160A551}">
      <dsp:nvSpPr>
        <dsp:cNvPr id="0" name=""/>
        <dsp:cNvSpPr/>
      </dsp:nvSpPr>
      <dsp:spPr>
        <a:xfrm rot="5400000">
          <a:off x="6517616" y="849366"/>
          <a:ext cx="1329108" cy="16021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2C6447-DD53-4E20-8C0E-2221AB0AEBE2}">
      <dsp:nvSpPr>
        <dsp:cNvPr id="0" name=""/>
        <dsp:cNvSpPr/>
      </dsp:nvSpPr>
      <dsp:spPr>
        <a:xfrm>
          <a:off x="6823146" y="803"/>
          <a:ext cx="1780137" cy="10680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i="0" kern="1200" baseline="0"/>
            <a:t>Model Used:</a:t>
          </a:r>
          <a:endParaRPr lang="en-US" sz="1100" kern="1200"/>
        </a:p>
      </dsp:txBody>
      <dsp:txXfrm>
        <a:off x="6854429" y="32086"/>
        <a:ext cx="1717571" cy="1005516"/>
      </dsp:txXfrm>
    </dsp:sp>
    <dsp:sp modelId="{4EB0B4F9-6EA1-457B-8108-988895AA2E1D}">
      <dsp:nvSpPr>
        <dsp:cNvPr id="0" name=""/>
        <dsp:cNvSpPr/>
      </dsp:nvSpPr>
      <dsp:spPr>
        <a:xfrm rot="5400000">
          <a:off x="6517616" y="2184469"/>
          <a:ext cx="1329108" cy="16021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566227-58F4-4B6A-BBB8-1DC2C621DEE9}">
      <dsp:nvSpPr>
        <dsp:cNvPr id="0" name=""/>
        <dsp:cNvSpPr/>
      </dsp:nvSpPr>
      <dsp:spPr>
        <a:xfrm>
          <a:off x="6823146" y="1335906"/>
          <a:ext cx="1780137" cy="10680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i="0" kern="1200" baseline="0"/>
            <a:t>Random Forest Regressor</a:t>
          </a:r>
          <a:endParaRPr lang="en-US" sz="1100" kern="1200"/>
        </a:p>
      </dsp:txBody>
      <dsp:txXfrm>
        <a:off x="6854429" y="1367189"/>
        <a:ext cx="1717571" cy="1005516"/>
      </dsp:txXfrm>
    </dsp:sp>
    <dsp:sp modelId="{AA361A45-2B46-4EE5-8FC2-EF95B9483F5F}">
      <dsp:nvSpPr>
        <dsp:cNvPr id="0" name=""/>
        <dsp:cNvSpPr/>
      </dsp:nvSpPr>
      <dsp:spPr>
        <a:xfrm>
          <a:off x="6823146" y="2671009"/>
          <a:ext cx="1780137" cy="10680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i="0" kern="1200" baseline="0"/>
            <a:t>Objective:</a:t>
          </a:r>
          <a:r>
            <a:rPr lang="en-US" sz="1100" b="0" i="0" kern="1200" baseline="0"/>
            <a:t/>
          </a:r>
          <a:br>
            <a:rPr lang="en-US" sz="1100" b="0" i="0" kern="1200" baseline="0"/>
          </a:br>
          <a:r>
            <a:rPr lang="en-US" sz="1100" b="0" i="0" kern="1200" baseline="0"/>
            <a:t>Build an accurate predictive model and interpret it using XAI (Explainable AI) techniques.</a:t>
          </a:r>
          <a:endParaRPr lang="en-US" sz="1100" kern="1200"/>
        </a:p>
      </dsp:txBody>
      <dsp:txXfrm>
        <a:off x="6854429" y="2702292"/>
        <a:ext cx="1717571" cy="100551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BE9C04-40CE-4F25-B0A8-925E7BCB71B2}">
      <dsp:nvSpPr>
        <dsp:cNvPr id="0" name=""/>
        <dsp:cNvSpPr/>
      </dsp:nvSpPr>
      <dsp:spPr>
        <a:xfrm>
          <a:off x="136333" y="414724"/>
          <a:ext cx="1003048" cy="100304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91DF03-E63C-41B3-866B-3D4C694C13B4}">
      <dsp:nvSpPr>
        <dsp:cNvPr id="0" name=""/>
        <dsp:cNvSpPr/>
      </dsp:nvSpPr>
      <dsp:spPr>
        <a:xfrm>
          <a:off x="346973" y="625364"/>
          <a:ext cx="581768" cy="581768"/>
        </a:xfrm>
        <a:prstGeom prst="rect">
          <a:avLst/>
        </a:prstGeom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ADA31D-C338-414F-94F5-9954FB715078}">
      <dsp:nvSpPr>
        <dsp:cNvPr id="0" name=""/>
        <dsp:cNvSpPr/>
      </dsp:nvSpPr>
      <dsp:spPr>
        <a:xfrm>
          <a:off x="1354320" y="414724"/>
          <a:ext cx="2364328" cy="1003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i="0" kern="1200" baseline="0"/>
            <a:t>ALE (Accumulated Local Effects):</a:t>
          </a:r>
          <a:r>
            <a:rPr lang="en-US" sz="1100" b="0" i="0" kern="1200" baseline="0"/>
            <a:t/>
          </a:r>
          <a:br>
            <a:rPr lang="en-US" sz="1100" b="0" i="0" kern="1200" baseline="0"/>
          </a:br>
          <a:r>
            <a:rPr lang="en-US" sz="1100" b="0" i="0" kern="1200" baseline="0"/>
            <a:t>Shows how each feature affects predictions across the whole dataset.</a:t>
          </a:r>
          <a:br>
            <a:rPr lang="en-US" sz="1100" b="0" i="0" kern="1200" baseline="0"/>
          </a:br>
          <a:r>
            <a:rPr lang="en-US" sz="1100" b="0" i="0" kern="1200" baseline="0"/>
            <a:t> </a:t>
          </a:r>
          <a:r>
            <a:rPr lang="en-US" sz="1100" b="0" i="1" kern="1200" baseline="0"/>
            <a:t>Reliable global explanation.</a:t>
          </a:r>
          <a:endParaRPr lang="en-US" sz="1100" kern="1200"/>
        </a:p>
      </dsp:txBody>
      <dsp:txXfrm>
        <a:off x="1354320" y="414724"/>
        <a:ext cx="2364328" cy="1003048"/>
      </dsp:txXfrm>
    </dsp:sp>
    <dsp:sp modelId="{F27C8672-DD58-4A95-A77B-1EF404BAEA73}">
      <dsp:nvSpPr>
        <dsp:cNvPr id="0" name=""/>
        <dsp:cNvSpPr/>
      </dsp:nvSpPr>
      <dsp:spPr>
        <a:xfrm>
          <a:off x="4130615" y="414724"/>
          <a:ext cx="1003048" cy="100304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9A9640-87A6-4D83-869C-B89CF04FB7C8}">
      <dsp:nvSpPr>
        <dsp:cNvPr id="0" name=""/>
        <dsp:cNvSpPr/>
      </dsp:nvSpPr>
      <dsp:spPr>
        <a:xfrm>
          <a:off x="4341255" y="625364"/>
          <a:ext cx="581768" cy="581768"/>
        </a:xfrm>
        <a:prstGeom prst="rect">
          <a:avLst/>
        </a:prstGeom>
        <a:blipFill>
          <a:blip xmlns:r="http://schemas.openxmlformats.org/officeDocument/2006/relationships"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C4D694-19AD-4F8D-92F0-BD190545D5EB}">
      <dsp:nvSpPr>
        <dsp:cNvPr id="0" name=""/>
        <dsp:cNvSpPr/>
      </dsp:nvSpPr>
      <dsp:spPr>
        <a:xfrm>
          <a:off x="5348603" y="414724"/>
          <a:ext cx="2364328" cy="1003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i="0" kern="1200" baseline="0"/>
            <a:t>PDP (Partial Dependence Plot):</a:t>
          </a:r>
          <a:r>
            <a:rPr lang="en-US" sz="1100" b="0" i="0" kern="1200" baseline="0"/>
            <a:t/>
          </a:r>
          <a:br>
            <a:rPr lang="en-US" sz="1100" b="0" i="0" kern="1200" baseline="0"/>
          </a:br>
          <a:r>
            <a:rPr lang="en-US" sz="1100" b="0" i="0" kern="1200" baseline="0"/>
            <a:t>Visualizes the relationship between a single feature and the target variable.</a:t>
          </a:r>
          <a:br>
            <a:rPr lang="en-US" sz="1100" b="0" i="0" kern="1200" baseline="0"/>
          </a:br>
          <a:r>
            <a:rPr lang="en-US" sz="1100" b="0" i="0" kern="1200" baseline="0"/>
            <a:t> </a:t>
          </a:r>
          <a:r>
            <a:rPr lang="en-US" sz="1100" b="0" i="1" kern="1200" baseline="0"/>
            <a:t>Simple and intuitive global explanation.</a:t>
          </a:r>
          <a:endParaRPr lang="en-US" sz="1100" kern="1200"/>
        </a:p>
      </dsp:txBody>
      <dsp:txXfrm>
        <a:off x="5348603" y="414724"/>
        <a:ext cx="2364328" cy="1003048"/>
      </dsp:txXfrm>
    </dsp:sp>
    <dsp:sp modelId="{9B68912D-F732-4293-8B3A-E818D1769626}">
      <dsp:nvSpPr>
        <dsp:cNvPr id="0" name=""/>
        <dsp:cNvSpPr/>
      </dsp:nvSpPr>
      <dsp:spPr>
        <a:xfrm>
          <a:off x="136333" y="1998547"/>
          <a:ext cx="1003048" cy="100304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8D2713-3750-4904-96D5-1E157D31BEB3}">
      <dsp:nvSpPr>
        <dsp:cNvPr id="0" name=""/>
        <dsp:cNvSpPr/>
      </dsp:nvSpPr>
      <dsp:spPr>
        <a:xfrm>
          <a:off x="346973" y="2209187"/>
          <a:ext cx="581768" cy="5817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23D04D-F8B2-426A-B238-B622D6CB3AA6}">
      <dsp:nvSpPr>
        <dsp:cNvPr id="0" name=""/>
        <dsp:cNvSpPr/>
      </dsp:nvSpPr>
      <dsp:spPr>
        <a:xfrm>
          <a:off x="1354320" y="1998547"/>
          <a:ext cx="2364328" cy="1003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i="0" kern="1200" baseline="0"/>
            <a:t>SHAP (SHapley Additive Explanations):</a:t>
          </a:r>
          <a:r>
            <a:rPr lang="en-US" sz="1100" b="0" i="0" kern="1200" baseline="0"/>
            <a:t/>
          </a:r>
          <a:br>
            <a:rPr lang="en-US" sz="1100" b="0" i="0" kern="1200" baseline="0"/>
          </a:br>
          <a:r>
            <a:rPr lang="en-US" sz="1100" b="0" i="0" kern="1200" baseline="0"/>
            <a:t>Measures the contribution of each feature to each individual prediction.</a:t>
          </a:r>
          <a:br>
            <a:rPr lang="en-US" sz="1100" b="0" i="0" kern="1200" baseline="0"/>
          </a:br>
          <a:r>
            <a:rPr lang="en-US" sz="1100" b="0" i="0" kern="1200" baseline="0"/>
            <a:t> </a:t>
          </a:r>
          <a:r>
            <a:rPr lang="en-US" sz="1100" b="0" i="1" kern="1200" baseline="0"/>
            <a:t>Accurate, consistent, and based on solid mathematical theory.</a:t>
          </a:r>
          <a:endParaRPr lang="en-US" sz="1100" kern="1200"/>
        </a:p>
      </dsp:txBody>
      <dsp:txXfrm>
        <a:off x="1354320" y="1998547"/>
        <a:ext cx="2364328" cy="1003048"/>
      </dsp:txXfrm>
    </dsp:sp>
    <dsp:sp modelId="{32B59E40-9A42-499E-BDFA-A0D09D94E44C}">
      <dsp:nvSpPr>
        <dsp:cNvPr id="0" name=""/>
        <dsp:cNvSpPr/>
      </dsp:nvSpPr>
      <dsp:spPr>
        <a:xfrm>
          <a:off x="4130615" y="1998547"/>
          <a:ext cx="1003048" cy="100304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7BFB24-E188-45BA-AA86-324C0B53F4DD}">
      <dsp:nvSpPr>
        <dsp:cNvPr id="0" name=""/>
        <dsp:cNvSpPr/>
      </dsp:nvSpPr>
      <dsp:spPr>
        <a:xfrm>
          <a:off x="4341255" y="2209187"/>
          <a:ext cx="581768" cy="581768"/>
        </a:xfrm>
        <a:prstGeom prst="rect">
          <a:avLst/>
        </a:prstGeom>
        <a:blipFill>
          <a:blip xmlns:r="http://schemas.openxmlformats.org/officeDocument/2006/relationships"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EAABE7-9421-454B-98B2-9FCD855643EC}">
      <dsp:nvSpPr>
        <dsp:cNvPr id="0" name=""/>
        <dsp:cNvSpPr/>
      </dsp:nvSpPr>
      <dsp:spPr>
        <a:xfrm>
          <a:off x="5348603" y="1998547"/>
          <a:ext cx="2364328" cy="1003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i="0" kern="1200" baseline="0"/>
            <a:t>LIME (Local Interpretable Model-Agnostic Explanations):</a:t>
          </a:r>
          <a:r>
            <a:rPr lang="en-US" sz="1100" b="0" i="0" kern="1200" baseline="0"/>
            <a:t/>
          </a:r>
          <a:br>
            <a:rPr lang="en-US" sz="1100" b="0" i="0" kern="1200" baseline="0"/>
          </a:br>
          <a:r>
            <a:rPr lang="en-US" sz="1100" b="0" i="0" kern="1200" baseline="0"/>
            <a:t>Explains a single prediction by approximating the model locally.</a:t>
          </a:r>
          <a:br>
            <a:rPr lang="en-US" sz="1100" b="0" i="0" kern="1200" baseline="0"/>
          </a:br>
          <a:r>
            <a:rPr lang="en-US" sz="1100" b="0" i="0" kern="1200" baseline="0"/>
            <a:t> </a:t>
          </a:r>
          <a:r>
            <a:rPr lang="en-US" sz="1100" b="0" i="1" kern="1200" baseline="0"/>
            <a:t>Fast, interpretable, and model-agnostic.</a:t>
          </a:r>
          <a:endParaRPr lang="en-US" sz="1100" kern="1200"/>
        </a:p>
      </dsp:txBody>
      <dsp:txXfrm>
        <a:off x="5348603" y="1998547"/>
        <a:ext cx="2364328" cy="100304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E8BC15-406E-481C-9970-6A08593BB3D5}">
      <dsp:nvSpPr>
        <dsp:cNvPr id="0" name=""/>
        <dsp:cNvSpPr/>
      </dsp:nvSpPr>
      <dsp:spPr>
        <a:xfrm>
          <a:off x="0" y="49382"/>
          <a:ext cx="10691265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i="0" kern="1200" baseline="0"/>
            <a:t>Performance Metrics:</a:t>
          </a:r>
          <a:endParaRPr lang="en-US" sz="2300" kern="1200"/>
        </a:p>
      </dsp:txBody>
      <dsp:txXfrm>
        <a:off x="26930" y="76312"/>
        <a:ext cx="10637405" cy="497795"/>
      </dsp:txXfrm>
    </dsp:sp>
    <dsp:sp modelId="{9BD8F83A-218A-450A-81A3-C01640B5B990}">
      <dsp:nvSpPr>
        <dsp:cNvPr id="0" name=""/>
        <dsp:cNvSpPr/>
      </dsp:nvSpPr>
      <dsp:spPr>
        <a:xfrm>
          <a:off x="0" y="667277"/>
          <a:ext cx="10691265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i="0" kern="1200" baseline="0"/>
            <a:t>Mean Squared Error (MSE):</a:t>
          </a:r>
          <a:r>
            <a:rPr lang="en-US" sz="2300" b="0" i="0" kern="1200" baseline="0"/>
            <a:t> Calculated using the test set</a:t>
          </a:r>
          <a:endParaRPr lang="en-US" sz="2300" kern="1200"/>
        </a:p>
      </dsp:txBody>
      <dsp:txXfrm>
        <a:off x="26930" y="694207"/>
        <a:ext cx="10637405" cy="497795"/>
      </dsp:txXfrm>
    </dsp:sp>
    <dsp:sp modelId="{5A470EC5-BC7E-46DC-BC1D-58596657C87B}">
      <dsp:nvSpPr>
        <dsp:cNvPr id="0" name=""/>
        <dsp:cNvSpPr/>
      </dsp:nvSpPr>
      <dsp:spPr>
        <a:xfrm>
          <a:off x="0" y="1285172"/>
          <a:ext cx="10691265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i="0" kern="1200" baseline="0"/>
            <a:t>R² Score:</a:t>
          </a:r>
          <a:r>
            <a:rPr lang="en-US" sz="2300" b="0" i="0" kern="1200" baseline="0"/>
            <a:t> Indicates how well the model fits the data</a:t>
          </a:r>
          <a:endParaRPr lang="en-US" sz="2300" kern="1200"/>
        </a:p>
      </dsp:txBody>
      <dsp:txXfrm>
        <a:off x="26930" y="1312102"/>
        <a:ext cx="10637405" cy="497795"/>
      </dsp:txXfrm>
    </dsp:sp>
    <dsp:sp modelId="{D026F085-5AF4-448C-9614-9B2DD1F8619F}">
      <dsp:nvSpPr>
        <dsp:cNvPr id="0" name=""/>
        <dsp:cNvSpPr/>
      </dsp:nvSpPr>
      <dsp:spPr>
        <a:xfrm>
          <a:off x="0" y="1903067"/>
          <a:ext cx="10691265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i="0" kern="1200" baseline="0"/>
            <a:t>Visual Results:</a:t>
          </a:r>
          <a:endParaRPr lang="en-US" sz="2300" kern="1200"/>
        </a:p>
      </dsp:txBody>
      <dsp:txXfrm>
        <a:off x="26930" y="1929997"/>
        <a:ext cx="10637405" cy="497795"/>
      </dsp:txXfrm>
    </dsp:sp>
    <dsp:sp modelId="{00E989D5-CF40-42F1-8C9C-69FE80346717}">
      <dsp:nvSpPr>
        <dsp:cNvPr id="0" name=""/>
        <dsp:cNvSpPr/>
      </dsp:nvSpPr>
      <dsp:spPr>
        <a:xfrm>
          <a:off x="0" y="2520962"/>
          <a:ext cx="10691265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0" i="0" kern="1200" baseline="0"/>
            <a:t>A plot comparing </a:t>
          </a:r>
          <a:r>
            <a:rPr lang="en-US" sz="2300" b="1" i="0" kern="1200" baseline="0"/>
            <a:t>actual vs. predicted Unemployment Rate</a:t>
          </a:r>
          <a:endParaRPr lang="en-US" sz="2300" kern="1200"/>
        </a:p>
      </dsp:txBody>
      <dsp:txXfrm>
        <a:off x="26930" y="2547892"/>
        <a:ext cx="10637405" cy="497795"/>
      </dsp:txXfrm>
    </dsp:sp>
    <dsp:sp modelId="{6D971B1C-2FD1-4DC4-BD39-617E18E21CDC}">
      <dsp:nvSpPr>
        <dsp:cNvPr id="0" name=""/>
        <dsp:cNvSpPr/>
      </dsp:nvSpPr>
      <dsp:spPr>
        <a:xfrm>
          <a:off x="0" y="3138858"/>
          <a:ext cx="10691265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0" i="0" kern="1200" baseline="0"/>
            <a:t>The model successfully captured the general trend in the data</a:t>
          </a:r>
          <a:endParaRPr lang="en-US" sz="2300" kern="1200"/>
        </a:p>
      </dsp:txBody>
      <dsp:txXfrm>
        <a:off x="26930" y="3165788"/>
        <a:ext cx="10637405" cy="49779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B6E268-C9E7-430D-8995-A3A427C96C32}">
      <dsp:nvSpPr>
        <dsp:cNvPr id="0" name=""/>
        <dsp:cNvSpPr/>
      </dsp:nvSpPr>
      <dsp:spPr>
        <a:xfrm>
          <a:off x="3114" y="1105478"/>
          <a:ext cx="2223559" cy="14119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A7BD0D-61A9-4CD1-819B-B25903A7DD55}">
      <dsp:nvSpPr>
        <dsp:cNvPr id="0" name=""/>
        <dsp:cNvSpPr/>
      </dsp:nvSpPr>
      <dsp:spPr>
        <a:xfrm>
          <a:off x="250176" y="1340187"/>
          <a:ext cx="2223559" cy="14119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0" i="0" kern="1200"/>
            <a:t>Predicting US macroeconomic indicators using time-series data from FRED.</a:t>
          </a:r>
          <a:endParaRPr lang="en-US" sz="1300" kern="1200"/>
        </a:p>
      </dsp:txBody>
      <dsp:txXfrm>
        <a:off x="291531" y="1381542"/>
        <a:ext cx="2140849" cy="1329250"/>
      </dsp:txXfrm>
    </dsp:sp>
    <dsp:sp modelId="{04A3DACE-07EF-49C5-9371-241A2A7776A5}">
      <dsp:nvSpPr>
        <dsp:cNvPr id="0" name=""/>
        <dsp:cNvSpPr/>
      </dsp:nvSpPr>
      <dsp:spPr>
        <a:xfrm>
          <a:off x="2720797" y="1105478"/>
          <a:ext cx="2223559" cy="14119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EFB113-2700-4E7C-A83D-76A2278FF127}">
      <dsp:nvSpPr>
        <dsp:cNvPr id="0" name=""/>
        <dsp:cNvSpPr/>
      </dsp:nvSpPr>
      <dsp:spPr>
        <a:xfrm>
          <a:off x="2967859" y="1340187"/>
          <a:ext cx="2223559" cy="14119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0" i="0" kern="1200"/>
            <a:t>Specific Task: Predicting the </a:t>
          </a:r>
          <a:r>
            <a:rPr lang="en-US" sz="1300" b="1" i="0" kern="1200"/>
            <a:t>US Unemployment Rate</a:t>
          </a:r>
          <a:r>
            <a:rPr lang="en-US" sz="1300" b="0" i="0" kern="1200"/>
            <a:t>.</a:t>
          </a:r>
          <a:endParaRPr lang="en-US" sz="1300" kern="1200"/>
        </a:p>
      </dsp:txBody>
      <dsp:txXfrm>
        <a:off x="3009214" y="1381542"/>
        <a:ext cx="2140849" cy="1329250"/>
      </dsp:txXfrm>
    </dsp:sp>
    <dsp:sp modelId="{F855F1B1-00F1-4F3E-91C8-413A088BDE37}">
      <dsp:nvSpPr>
        <dsp:cNvPr id="0" name=""/>
        <dsp:cNvSpPr/>
      </dsp:nvSpPr>
      <dsp:spPr>
        <a:xfrm>
          <a:off x="5438481" y="1105478"/>
          <a:ext cx="2223559" cy="14119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338C3A-F060-4FB4-9759-7101157AEDC3}">
      <dsp:nvSpPr>
        <dsp:cNvPr id="0" name=""/>
        <dsp:cNvSpPr/>
      </dsp:nvSpPr>
      <dsp:spPr>
        <a:xfrm>
          <a:off x="5685543" y="1340187"/>
          <a:ext cx="2223559" cy="14119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0" i="0" kern="1200"/>
            <a:t>Features Used: Retail Sales (y), CPI, Unemployment Rate, Federal Funds Rate, PCE, Real Disposable Personal Income.</a:t>
          </a:r>
          <a:endParaRPr lang="en-US" sz="1300" kern="1200"/>
        </a:p>
      </dsp:txBody>
      <dsp:txXfrm>
        <a:off x="5726898" y="1381542"/>
        <a:ext cx="2140849" cy="1329250"/>
      </dsp:txXfrm>
    </dsp:sp>
    <dsp:sp modelId="{4E632417-818D-4964-AECF-F6EF5CE806F4}">
      <dsp:nvSpPr>
        <dsp:cNvPr id="0" name=""/>
        <dsp:cNvSpPr/>
      </dsp:nvSpPr>
      <dsp:spPr>
        <a:xfrm>
          <a:off x="8156164" y="1105478"/>
          <a:ext cx="2223559" cy="14119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904FAE-4F14-4C9F-BA7E-23C2F22E3648}">
      <dsp:nvSpPr>
        <dsp:cNvPr id="0" name=""/>
        <dsp:cNvSpPr/>
      </dsp:nvSpPr>
      <dsp:spPr>
        <a:xfrm>
          <a:off x="8403226" y="1340187"/>
          <a:ext cx="2223559" cy="14119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0" i="0" kern="1200"/>
            <a:t>Process: Data fetching (fredapi), cleaning (dropna), EDA (box plots, histograms, correlation, time-series plots), model training, evaluation, and explainability.</a:t>
          </a:r>
          <a:endParaRPr lang="en-US" sz="1300" kern="1200"/>
        </a:p>
      </dsp:txBody>
      <dsp:txXfrm>
        <a:off x="8444581" y="1381542"/>
        <a:ext cx="2140849" cy="132925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33DA0C-927F-40D1-891A-7A675785218C}">
      <dsp:nvSpPr>
        <dsp:cNvPr id="0" name=""/>
        <dsp:cNvSpPr/>
      </dsp:nvSpPr>
      <dsp:spPr>
        <a:xfrm>
          <a:off x="0" y="3376"/>
          <a:ext cx="10691265" cy="7621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6FEBED-E05F-4C3D-83C4-8D6B83B7A745}">
      <dsp:nvSpPr>
        <dsp:cNvPr id="0" name=""/>
        <dsp:cNvSpPr/>
      </dsp:nvSpPr>
      <dsp:spPr>
        <a:xfrm>
          <a:off x="230537" y="174851"/>
          <a:ext cx="419569" cy="419159"/>
        </a:xfrm>
        <a:prstGeom prst="rect">
          <a:avLst/>
        </a:prstGeom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63A10E-5A64-46E7-865B-E2A7EB4B51C9}">
      <dsp:nvSpPr>
        <dsp:cNvPr id="0" name=""/>
        <dsp:cNvSpPr/>
      </dsp:nvSpPr>
      <dsp:spPr>
        <a:xfrm>
          <a:off x="880645" y="3376"/>
          <a:ext cx="9797057" cy="7859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177" tIns="83177" rIns="83177" bIns="83177" numCol="1" spcCol="1270" anchor="ctr" anchorCtr="0">
          <a:noAutofit/>
        </a:bodyPr>
        <a:lstStyle/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i="0" kern="1200" baseline="0" dirty="0"/>
            <a:t>ALE (Accumulated Local Effects):</a:t>
          </a:r>
          <a:r>
            <a:rPr lang="en-US" sz="1400" b="0" i="0" kern="1200" baseline="0" dirty="0"/>
            <a:t/>
          </a:r>
          <a:br>
            <a:rPr lang="en-US" sz="1400" b="0" i="0" kern="1200" baseline="0" dirty="0"/>
          </a:br>
          <a:r>
            <a:rPr lang="en-US" sz="1400" b="0" i="0" kern="1200" baseline="0" dirty="0"/>
            <a:t>Shows how each feature affects predictions across the whole dataset.</a:t>
          </a:r>
          <a:br>
            <a:rPr lang="en-US" sz="1400" b="0" i="0" kern="1200" baseline="0" dirty="0"/>
          </a:br>
          <a:r>
            <a:rPr lang="en-US" sz="1400" b="0" i="0" kern="1200" baseline="0" dirty="0"/>
            <a:t> </a:t>
          </a:r>
          <a:r>
            <a:rPr lang="en-US" sz="1400" b="0" i="1" kern="1200" baseline="0" dirty="0"/>
            <a:t>Reliable global explanation.</a:t>
          </a:r>
          <a:endParaRPr lang="en-US" sz="1400" kern="1200" dirty="0"/>
        </a:p>
      </dsp:txBody>
      <dsp:txXfrm>
        <a:off x="880645" y="3376"/>
        <a:ext cx="9797057" cy="785924"/>
      </dsp:txXfrm>
    </dsp:sp>
    <dsp:sp modelId="{960FAFF1-8639-4871-BFE2-4FA85B76B28C}">
      <dsp:nvSpPr>
        <dsp:cNvPr id="0" name=""/>
        <dsp:cNvSpPr/>
      </dsp:nvSpPr>
      <dsp:spPr>
        <a:xfrm>
          <a:off x="0" y="985782"/>
          <a:ext cx="10691265" cy="7621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229DE5-19B7-4B56-B865-26DA3CCFBE0F}">
      <dsp:nvSpPr>
        <dsp:cNvPr id="0" name=""/>
        <dsp:cNvSpPr/>
      </dsp:nvSpPr>
      <dsp:spPr>
        <a:xfrm>
          <a:off x="230537" y="1157257"/>
          <a:ext cx="419569" cy="419159"/>
        </a:xfrm>
        <a:prstGeom prst="rect">
          <a:avLst/>
        </a:prstGeom>
        <a:blipFill>
          <a:blip xmlns:r="http://schemas.openxmlformats.org/officeDocument/2006/relationships"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44387A-890C-439A-89BD-65FB2E9D16E6}">
      <dsp:nvSpPr>
        <dsp:cNvPr id="0" name=""/>
        <dsp:cNvSpPr/>
      </dsp:nvSpPr>
      <dsp:spPr>
        <a:xfrm>
          <a:off x="880645" y="985782"/>
          <a:ext cx="9797057" cy="7859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177" tIns="83177" rIns="83177" bIns="83177" numCol="1" spcCol="1270" anchor="ctr" anchorCtr="0">
          <a:noAutofit/>
        </a:bodyPr>
        <a:lstStyle/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i="0" kern="1200" baseline="0" dirty="0"/>
            <a:t>PDP (Partial Dependence Plot):</a:t>
          </a:r>
          <a:r>
            <a:rPr lang="en-US" sz="1400" b="0" i="0" kern="1200" baseline="0" dirty="0"/>
            <a:t/>
          </a:r>
          <a:br>
            <a:rPr lang="en-US" sz="1400" b="0" i="0" kern="1200" baseline="0" dirty="0"/>
          </a:br>
          <a:r>
            <a:rPr lang="en-US" sz="1400" b="0" i="0" kern="1200" baseline="0" dirty="0"/>
            <a:t>Visualizes the relationship between a single feature and the target variable.</a:t>
          </a:r>
          <a:br>
            <a:rPr lang="en-US" sz="1400" b="0" i="0" kern="1200" baseline="0" dirty="0"/>
          </a:br>
          <a:r>
            <a:rPr lang="en-US" sz="1400" b="0" i="0" kern="1200" baseline="0" dirty="0"/>
            <a:t> </a:t>
          </a:r>
          <a:r>
            <a:rPr lang="en-US" sz="1400" b="0" i="1" kern="1200" baseline="0" dirty="0"/>
            <a:t>Simple and intuitive global explanation.</a:t>
          </a:r>
          <a:endParaRPr lang="en-US" sz="1400" kern="1200" dirty="0"/>
        </a:p>
      </dsp:txBody>
      <dsp:txXfrm>
        <a:off x="880645" y="985782"/>
        <a:ext cx="9797057" cy="785924"/>
      </dsp:txXfrm>
    </dsp:sp>
    <dsp:sp modelId="{4929CD18-DC85-4266-BCB2-CC7F5A4E681A}">
      <dsp:nvSpPr>
        <dsp:cNvPr id="0" name=""/>
        <dsp:cNvSpPr/>
      </dsp:nvSpPr>
      <dsp:spPr>
        <a:xfrm>
          <a:off x="0" y="1968188"/>
          <a:ext cx="10691265" cy="7621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4DABFA-CCAE-42DF-9522-D11A885DAFBE}">
      <dsp:nvSpPr>
        <dsp:cNvPr id="0" name=""/>
        <dsp:cNvSpPr/>
      </dsp:nvSpPr>
      <dsp:spPr>
        <a:xfrm>
          <a:off x="230537" y="2139663"/>
          <a:ext cx="419569" cy="4191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083D8E-2F68-4179-9C35-CFAB05C11D19}">
      <dsp:nvSpPr>
        <dsp:cNvPr id="0" name=""/>
        <dsp:cNvSpPr/>
      </dsp:nvSpPr>
      <dsp:spPr>
        <a:xfrm>
          <a:off x="880645" y="1968188"/>
          <a:ext cx="9797057" cy="7859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177" tIns="83177" rIns="83177" bIns="83177" numCol="1" spcCol="1270" anchor="ctr" anchorCtr="0">
          <a:noAutofit/>
        </a:bodyPr>
        <a:lstStyle/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i="0" kern="1200" baseline="0" dirty="0"/>
            <a:t>SHAP (</a:t>
          </a:r>
          <a:r>
            <a:rPr lang="en-US" sz="1400" b="1" i="0" kern="1200" baseline="0" dirty="0" err="1"/>
            <a:t>SHapley</a:t>
          </a:r>
          <a:r>
            <a:rPr lang="en-US" sz="1400" b="1" i="0" kern="1200" baseline="0" dirty="0"/>
            <a:t> Additive Explanations):</a:t>
          </a:r>
          <a:r>
            <a:rPr lang="en-US" sz="1400" b="0" i="0" kern="1200" baseline="0" dirty="0"/>
            <a:t/>
          </a:r>
          <a:br>
            <a:rPr lang="en-US" sz="1400" b="0" i="0" kern="1200" baseline="0" dirty="0"/>
          </a:br>
          <a:r>
            <a:rPr lang="en-US" sz="1400" b="0" i="0" kern="1200" baseline="0" dirty="0"/>
            <a:t>Measures the contribution of each feature to each individual prediction.</a:t>
          </a:r>
          <a:br>
            <a:rPr lang="en-US" sz="1400" b="0" i="0" kern="1200" baseline="0" dirty="0"/>
          </a:br>
          <a:r>
            <a:rPr lang="en-US" sz="1400" b="0" i="0" kern="1200" baseline="0" dirty="0"/>
            <a:t> </a:t>
          </a:r>
          <a:r>
            <a:rPr lang="en-US" sz="1400" b="0" i="1" kern="1200" baseline="0" dirty="0"/>
            <a:t>Accurate, consistent, and based on solid mathematical theory.</a:t>
          </a:r>
          <a:endParaRPr lang="en-US" sz="1400" kern="1200" dirty="0"/>
        </a:p>
      </dsp:txBody>
      <dsp:txXfrm>
        <a:off x="880645" y="1968188"/>
        <a:ext cx="9797057" cy="785924"/>
      </dsp:txXfrm>
    </dsp:sp>
    <dsp:sp modelId="{1D918572-B599-4DC2-9783-4F447F11702C}">
      <dsp:nvSpPr>
        <dsp:cNvPr id="0" name=""/>
        <dsp:cNvSpPr/>
      </dsp:nvSpPr>
      <dsp:spPr>
        <a:xfrm>
          <a:off x="0" y="2950594"/>
          <a:ext cx="10691265" cy="7621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2D939F-708E-43E2-8CEF-9B18B527EC58}">
      <dsp:nvSpPr>
        <dsp:cNvPr id="0" name=""/>
        <dsp:cNvSpPr/>
      </dsp:nvSpPr>
      <dsp:spPr>
        <a:xfrm>
          <a:off x="230537" y="3122068"/>
          <a:ext cx="419569" cy="419159"/>
        </a:xfrm>
        <a:prstGeom prst="rect">
          <a:avLst/>
        </a:prstGeom>
        <a:blipFill>
          <a:blip xmlns:r="http://schemas.openxmlformats.org/officeDocument/2006/relationships"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6DA51C-F82E-46C2-8062-3753C54EA8A7}">
      <dsp:nvSpPr>
        <dsp:cNvPr id="0" name=""/>
        <dsp:cNvSpPr/>
      </dsp:nvSpPr>
      <dsp:spPr>
        <a:xfrm>
          <a:off x="880645" y="2950594"/>
          <a:ext cx="9797057" cy="7859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177" tIns="83177" rIns="83177" bIns="83177" numCol="1" spcCol="1270" anchor="ctr" anchorCtr="0">
          <a:noAutofit/>
        </a:bodyPr>
        <a:lstStyle/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i="0" kern="1200" baseline="0" dirty="0"/>
            <a:t>LIME (Local Interpretable Model-Agnostic Explanations):</a:t>
          </a:r>
          <a:r>
            <a:rPr lang="en-US" sz="1400" b="0" i="0" kern="1200" baseline="0" dirty="0"/>
            <a:t/>
          </a:r>
          <a:br>
            <a:rPr lang="en-US" sz="1400" b="0" i="0" kern="1200" baseline="0" dirty="0"/>
          </a:br>
          <a:r>
            <a:rPr lang="en-US" sz="1400" b="0" i="0" kern="1200" baseline="0" dirty="0"/>
            <a:t>Explains a single prediction by approximating the model locally.</a:t>
          </a:r>
          <a:br>
            <a:rPr lang="en-US" sz="1400" b="0" i="0" kern="1200" baseline="0" dirty="0"/>
          </a:br>
          <a:r>
            <a:rPr lang="en-US" sz="1400" b="0" i="0" kern="1200" baseline="0" dirty="0"/>
            <a:t> </a:t>
          </a:r>
          <a:r>
            <a:rPr lang="en-US" sz="1400" b="0" i="1" kern="1200" baseline="0" dirty="0"/>
            <a:t>Fast, interpretable, and model-agnostic.</a:t>
          </a:r>
          <a:endParaRPr lang="en-US" sz="1400" kern="1200" dirty="0"/>
        </a:p>
      </dsp:txBody>
      <dsp:txXfrm>
        <a:off x="880645" y="2950594"/>
        <a:ext cx="9797057" cy="785924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B0432B-D415-487A-9383-F8849FDD7F7F}">
      <dsp:nvSpPr>
        <dsp:cNvPr id="0" name=""/>
        <dsp:cNvSpPr/>
      </dsp:nvSpPr>
      <dsp:spPr>
        <a:xfrm>
          <a:off x="1280334" y="730830"/>
          <a:ext cx="2623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2379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1404199" y="775084"/>
        <a:ext cx="14648" cy="2932"/>
      </dsp:txXfrm>
    </dsp:sp>
    <dsp:sp modelId="{1D792265-E8D4-4931-9830-2551092DB48F}">
      <dsp:nvSpPr>
        <dsp:cNvPr id="0" name=""/>
        <dsp:cNvSpPr/>
      </dsp:nvSpPr>
      <dsp:spPr>
        <a:xfrm>
          <a:off x="8310" y="394403"/>
          <a:ext cx="1273823" cy="7642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418" tIns="65519" rIns="62418" bIns="65519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/>
            <a:t>PDP vs. ALE</a:t>
          </a:r>
        </a:p>
      </dsp:txBody>
      <dsp:txXfrm>
        <a:off x="8310" y="394403"/>
        <a:ext cx="1273823" cy="764294"/>
      </dsp:txXfrm>
    </dsp:sp>
    <dsp:sp modelId="{6C054094-F90E-4144-8AF7-0AE639047E76}">
      <dsp:nvSpPr>
        <dsp:cNvPr id="0" name=""/>
        <dsp:cNvSpPr/>
      </dsp:nvSpPr>
      <dsp:spPr>
        <a:xfrm>
          <a:off x="2847137" y="730830"/>
          <a:ext cx="2623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2379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971002" y="775084"/>
        <a:ext cx="14648" cy="2932"/>
      </dsp:txXfrm>
    </dsp:sp>
    <dsp:sp modelId="{56A661FC-6341-4999-AA74-38F8174C4C65}">
      <dsp:nvSpPr>
        <dsp:cNvPr id="0" name=""/>
        <dsp:cNvSpPr/>
      </dsp:nvSpPr>
      <dsp:spPr>
        <a:xfrm>
          <a:off x="1575113" y="394403"/>
          <a:ext cx="1273823" cy="7642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418" tIns="65519" rIns="62418" bIns="65519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/>
            <a:t>Both applied to Linear Regression to show average feature effects.</a:t>
          </a:r>
        </a:p>
      </dsp:txBody>
      <dsp:txXfrm>
        <a:off x="1575113" y="394403"/>
        <a:ext cx="1273823" cy="764294"/>
      </dsp:txXfrm>
    </dsp:sp>
    <dsp:sp modelId="{BDC014F4-1C74-44B4-BF6D-6198FBA8917E}">
      <dsp:nvSpPr>
        <dsp:cNvPr id="0" name=""/>
        <dsp:cNvSpPr/>
      </dsp:nvSpPr>
      <dsp:spPr>
        <a:xfrm>
          <a:off x="4413941" y="730830"/>
          <a:ext cx="2623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2379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537806" y="775084"/>
        <a:ext cx="14648" cy="2932"/>
      </dsp:txXfrm>
    </dsp:sp>
    <dsp:sp modelId="{88386DE9-0158-4CD1-8028-5A0981C4F804}">
      <dsp:nvSpPr>
        <dsp:cNvPr id="0" name=""/>
        <dsp:cNvSpPr/>
      </dsp:nvSpPr>
      <dsp:spPr>
        <a:xfrm>
          <a:off x="3141917" y="394403"/>
          <a:ext cx="1273823" cy="7642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418" tIns="65519" rIns="62418" bIns="65519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/>
            <a:t>ALE is generally preferred when features might be correlated (likely with economic data), while PDP assumes independence.</a:t>
          </a:r>
        </a:p>
      </dsp:txBody>
      <dsp:txXfrm>
        <a:off x="3141917" y="394403"/>
        <a:ext cx="1273823" cy="764294"/>
      </dsp:txXfrm>
    </dsp:sp>
    <dsp:sp modelId="{F0C26476-7D8A-4ECD-9BE3-FCEBDD880DA6}">
      <dsp:nvSpPr>
        <dsp:cNvPr id="0" name=""/>
        <dsp:cNvSpPr/>
      </dsp:nvSpPr>
      <dsp:spPr>
        <a:xfrm>
          <a:off x="5980744" y="730830"/>
          <a:ext cx="2623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2379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6104609" y="775084"/>
        <a:ext cx="14648" cy="2932"/>
      </dsp:txXfrm>
    </dsp:sp>
    <dsp:sp modelId="{BCDAABEE-0BBB-4027-87E4-0A1C3EDAA3E6}">
      <dsp:nvSpPr>
        <dsp:cNvPr id="0" name=""/>
        <dsp:cNvSpPr/>
      </dsp:nvSpPr>
      <dsp:spPr>
        <a:xfrm>
          <a:off x="4708720" y="394403"/>
          <a:ext cx="1273823" cy="7642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418" tIns="65519" rIns="62418" bIns="65519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/>
            <a:t>Direct comparison possible as both are generated for the 'Unemployment Rate' feature.</a:t>
          </a:r>
        </a:p>
      </dsp:txBody>
      <dsp:txXfrm>
        <a:off x="4708720" y="394403"/>
        <a:ext cx="1273823" cy="764294"/>
      </dsp:txXfrm>
    </dsp:sp>
    <dsp:sp modelId="{533B49BB-E180-478E-8F96-94B61AED8521}">
      <dsp:nvSpPr>
        <dsp:cNvPr id="0" name=""/>
        <dsp:cNvSpPr/>
      </dsp:nvSpPr>
      <dsp:spPr>
        <a:xfrm>
          <a:off x="7547547" y="730830"/>
          <a:ext cx="2623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2379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7671413" y="775084"/>
        <a:ext cx="14648" cy="2932"/>
      </dsp:txXfrm>
    </dsp:sp>
    <dsp:sp modelId="{726F16E0-EA4E-4DF3-9253-4561E282ECEE}">
      <dsp:nvSpPr>
        <dsp:cNvPr id="0" name=""/>
        <dsp:cNvSpPr/>
      </dsp:nvSpPr>
      <dsp:spPr>
        <a:xfrm>
          <a:off x="6275523" y="394403"/>
          <a:ext cx="1273823" cy="7642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418" tIns="65519" rIns="62418" bIns="65519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/>
            <a:t>LIME vs. SHAP (Local):</a:t>
          </a:r>
        </a:p>
      </dsp:txBody>
      <dsp:txXfrm>
        <a:off x="6275523" y="394403"/>
        <a:ext cx="1273823" cy="764294"/>
      </dsp:txXfrm>
    </dsp:sp>
    <dsp:sp modelId="{2988B658-CC30-476C-A085-5F00A125271A}">
      <dsp:nvSpPr>
        <dsp:cNvPr id="0" name=""/>
        <dsp:cNvSpPr/>
      </dsp:nvSpPr>
      <dsp:spPr>
        <a:xfrm>
          <a:off x="9114351" y="730830"/>
          <a:ext cx="2623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2379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9238216" y="775084"/>
        <a:ext cx="14648" cy="2932"/>
      </dsp:txXfrm>
    </dsp:sp>
    <dsp:sp modelId="{3A3572AF-9070-41DA-96B5-426CC2A9DF8C}">
      <dsp:nvSpPr>
        <dsp:cNvPr id="0" name=""/>
        <dsp:cNvSpPr/>
      </dsp:nvSpPr>
      <dsp:spPr>
        <a:xfrm>
          <a:off x="7842327" y="394403"/>
          <a:ext cx="1273823" cy="7642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418" tIns="65519" rIns="62418" bIns="65519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/>
            <a:t>Both applied to explain a single prediction from the Linear Regression model.</a:t>
          </a:r>
        </a:p>
      </dsp:txBody>
      <dsp:txXfrm>
        <a:off x="7842327" y="394403"/>
        <a:ext cx="1273823" cy="764294"/>
      </dsp:txXfrm>
    </dsp:sp>
    <dsp:sp modelId="{AE290F04-C5BE-4356-AEA1-BEBEAB9FE1D8}">
      <dsp:nvSpPr>
        <dsp:cNvPr id="0" name=""/>
        <dsp:cNvSpPr/>
      </dsp:nvSpPr>
      <dsp:spPr>
        <a:xfrm>
          <a:off x="645222" y="1156897"/>
          <a:ext cx="9400820" cy="262379"/>
        </a:xfrm>
        <a:custGeom>
          <a:avLst/>
          <a:gdLst/>
          <a:ahLst/>
          <a:cxnLst/>
          <a:rect l="0" t="0" r="0" b="0"/>
          <a:pathLst>
            <a:path>
              <a:moveTo>
                <a:pt x="9400820" y="0"/>
              </a:moveTo>
              <a:lnTo>
                <a:pt x="9400820" y="148289"/>
              </a:lnTo>
              <a:lnTo>
                <a:pt x="0" y="148289"/>
              </a:lnTo>
              <a:lnTo>
                <a:pt x="0" y="262379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110497" y="1286621"/>
        <a:ext cx="470269" cy="2932"/>
      </dsp:txXfrm>
    </dsp:sp>
    <dsp:sp modelId="{C51147B2-749F-40A8-8070-B645C0C38EDF}">
      <dsp:nvSpPr>
        <dsp:cNvPr id="0" name=""/>
        <dsp:cNvSpPr/>
      </dsp:nvSpPr>
      <dsp:spPr>
        <a:xfrm>
          <a:off x="9409130" y="394403"/>
          <a:ext cx="1273823" cy="7642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418" tIns="65519" rIns="62418" bIns="65519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/>
            <a:t>LIME provides a local linear approximation.</a:t>
          </a:r>
        </a:p>
      </dsp:txBody>
      <dsp:txXfrm>
        <a:off x="9409130" y="394403"/>
        <a:ext cx="1273823" cy="764294"/>
      </dsp:txXfrm>
    </dsp:sp>
    <dsp:sp modelId="{3B9B12FE-238B-4D85-A980-358DE9465543}">
      <dsp:nvSpPr>
        <dsp:cNvPr id="0" name=""/>
        <dsp:cNvSpPr/>
      </dsp:nvSpPr>
      <dsp:spPr>
        <a:xfrm>
          <a:off x="1280334" y="1788104"/>
          <a:ext cx="2623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2379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1404199" y="1832358"/>
        <a:ext cx="14648" cy="2932"/>
      </dsp:txXfrm>
    </dsp:sp>
    <dsp:sp modelId="{FB639B97-4A34-469A-8229-E68DC03A83B1}">
      <dsp:nvSpPr>
        <dsp:cNvPr id="0" name=""/>
        <dsp:cNvSpPr/>
      </dsp:nvSpPr>
      <dsp:spPr>
        <a:xfrm>
          <a:off x="8310" y="1451677"/>
          <a:ext cx="1273823" cy="7642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418" tIns="65519" rIns="62418" bIns="65519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/>
            <a:t>SHAP (KernelExplainer) provides feature contributions based on Shapley values (force plot).</a:t>
          </a:r>
        </a:p>
      </dsp:txBody>
      <dsp:txXfrm>
        <a:off x="8310" y="1451677"/>
        <a:ext cx="1273823" cy="764294"/>
      </dsp:txXfrm>
    </dsp:sp>
    <dsp:sp modelId="{CF52BCF2-D79F-46F5-973F-FBDFCA3314FD}">
      <dsp:nvSpPr>
        <dsp:cNvPr id="0" name=""/>
        <dsp:cNvSpPr/>
      </dsp:nvSpPr>
      <dsp:spPr>
        <a:xfrm>
          <a:off x="2847137" y="1788104"/>
          <a:ext cx="2623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2379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971002" y="1832358"/>
        <a:ext cx="14648" cy="2932"/>
      </dsp:txXfrm>
    </dsp:sp>
    <dsp:sp modelId="{B12A335D-0F2E-4F69-8BCE-0BB9CC7F24A5}">
      <dsp:nvSpPr>
        <dsp:cNvPr id="0" name=""/>
        <dsp:cNvSpPr/>
      </dsp:nvSpPr>
      <dsp:spPr>
        <a:xfrm>
          <a:off x="1575113" y="1451677"/>
          <a:ext cx="1273823" cy="7642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418" tIns="65519" rIns="62418" bIns="65519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/>
            <a:t>Allows comparison of local explanation approaches for the same instance.</a:t>
          </a:r>
        </a:p>
      </dsp:txBody>
      <dsp:txXfrm>
        <a:off x="1575113" y="1451677"/>
        <a:ext cx="1273823" cy="764294"/>
      </dsp:txXfrm>
    </dsp:sp>
    <dsp:sp modelId="{7C5B33BA-B8AF-41E8-93FE-E6AC3BC4B0C9}">
      <dsp:nvSpPr>
        <dsp:cNvPr id="0" name=""/>
        <dsp:cNvSpPr/>
      </dsp:nvSpPr>
      <dsp:spPr>
        <a:xfrm>
          <a:off x="4413941" y="1788104"/>
          <a:ext cx="2623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2379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537806" y="1832358"/>
        <a:ext cx="14648" cy="2932"/>
      </dsp:txXfrm>
    </dsp:sp>
    <dsp:sp modelId="{5D87F780-F9E3-4A8F-B6E2-8E8920B79D94}">
      <dsp:nvSpPr>
        <dsp:cNvPr id="0" name=""/>
        <dsp:cNvSpPr/>
      </dsp:nvSpPr>
      <dsp:spPr>
        <a:xfrm>
          <a:off x="3141917" y="1451677"/>
          <a:ext cx="1273823" cy="7642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418" tIns="65519" rIns="62418" bIns="65519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/>
            <a:t>SHAP (Global) vs. PDP/ALE:</a:t>
          </a:r>
        </a:p>
      </dsp:txBody>
      <dsp:txXfrm>
        <a:off x="3141917" y="1451677"/>
        <a:ext cx="1273823" cy="764294"/>
      </dsp:txXfrm>
    </dsp:sp>
    <dsp:sp modelId="{0CD4081F-2FEF-4CF8-8472-4B7C4DECD13A}">
      <dsp:nvSpPr>
        <dsp:cNvPr id="0" name=""/>
        <dsp:cNvSpPr/>
      </dsp:nvSpPr>
      <dsp:spPr>
        <a:xfrm>
          <a:off x="5980744" y="1788104"/>
          <a:ext cx="2623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2379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6104609" y="1832358"/>
        <a:ext cx="14648" cy="2932"/>
      </dsp:txXfrm>
    </dsp:sp>
    <dsp:sp modelId="{58F3A58B-1DEB-4404-8715-EC7ED77BA275}">
      <dsp:nvSpPr>
        <dsp:cNvPr id="0" name=""/>
        <dsp:cNvSpPr/>
      </dsp:nvSpPr>
      <dsp:spPr>
        <a:xfrm>
          <a:off x="4708720" y="1451677"/>
          <a:ext cx="1273823" cy="7642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418" tIns="65519" rIns="62418" bIns="65519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/>
            <a:t>SHAP `summary_plot` provides global feature importance and effect distribution.</a:t>
          </a:r>
        </a:p>
      </dsp:txBody>
      <dsp:txXfrm>
        <a:off x="4708720" y="1451677"/>
        <a:ext cx="1273823" cy="764294"/>
      </dsp:txXfrm>
    </dsp:sp>
    <dsp:sp modelId="{0FB6324E-6F84-4867-A2B3-6D856EDF294E}">
      <dsp:nvSpPr>
        <dsp:cNvPr id="0" name=""/>
        <dsp:cNvSpPr/>
      </dsp:nvSpPr>
      <dsp:spPr>
        <a:xfrm>
          <a:off x="7547547" y="1788104"/>
          <a:ext cx="2623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2379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7671413" y="1832358"/>
        <a:ext cx="14648" cy="2932"/>
      </dsp:txXfrm>
    </dsp:sp>
    <dsp:sp modelId="{E5FEB128-EC58-4C40-884A-822FBA953D85}">
      <dsp:nvSpPr>
        <dsp:cNvPr id="0" name=""/>
        <dsp:cNvSpPr/>
      </dsp:nvSpPr>
      <dsp:spPr>
        <a:xfrm>
          <a:off x="6275523" y="1451677"/>
          <a:ext cx="1273823" cy="7642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418" tIns="65519" rIns="62418" bIns="65519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/>
            <a:t>PDP/ALE provide average feature effect curves.</a:t>
          </a:r>
        </a:p>
      </dsp:txBody>
      <dsp:txXfrm>
        <a:off x="6275523" y="1451677"/>
        <a:ext cx="1273823" cy="764294"/>
      </dsp:txXfrm>
    </dsp:sp>
    <dsp:sp modelId="{E74B3BB1-70C3-4E4B-BD91-2BFE0DA6004C}">
      <dsp:nvSpPr>
        <dsp:cNvPr id="0" name=""/>
        <dsp:cNvSpPr/>
      </dsp:nvSpPr>
      <dsp:spPr>
        <a:xfrm>
          <a:off x="9114351" y="1788104"/>
          <a:ext cx="2623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2379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9238216" y="1832358"/>
        <a:ext cx="14648" cy="2932"/>
      </dsp:txXfrm>
    </dsp:sp>
    <dsp:sp modelId="{11BC00B4-2BFF-40E6-AD86-B443213A3B19}">
      <dsp:nvSpPr>
        <dsp:cNvPr id="0" name=""/>
        <dsp:cNvSpPr/>
      </dsp:nvSpPr>
      <dsp:spPr>
        <a:xfrm>
          <a:off x="7842327" y="1451677"/>
          <a:ext cx="1273823" cy="7642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418" tIns="65519" rIns="62418" bIns="65519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/>
            <a:t>Offer different views of global model behavior.</a:t>
          </a:r>
        </a:p>
      </dsp:txBody>
      <dsp:txXfrm>
        <a:off x="7842327" y="1451677"/>
        <a:ext cx="1273823" cy="764294"/>
      </dsp:txXfrm>
    </dsp:sp>
    <dsp:sp modelId="{DCA60896-DEF9-453C-B258-6C32A8AD2ED4}">
      <dsp:nvSpPr>
        <dsp:cNvPr id="0" name=""/>
        <dsp:cNvSpPr/>
      </dsp:nvSpPr>
      <dsp:spPr>
        <a:xfrm>
          <a:off x="645222" y="2214171"/>
          <a:ext cx="9400820" cy="262379"/>
        </a:xfrm>
        <a:custGeom>
          <a:avLst/>
          <a:gdLst/>
          <a:ahLst/>
          <a:cxnLst/>
          <a:rect l="0" t="0" r="0" b="0"/>
          <a:pathLst>
            <a:path>
              <a:moveTo>
                <a:pt x="9400820" y="0"/>
              </a:moveTo>
              <a:lnTo>
                <a:pt x="9400820" y="148289"/>
              </a:lnTo>
              <a:lnTo>
                <a:pt x="0" y="148289"/>
              </a:lnTo>
              <a:lnTo>
                <a:pt x="0" y="262379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110497" y="2343895"/>
        <a:ext cx="470269" cy="2932"/>
      </dsp:txXfrm>
    </dsp:sp>
    <dsp:sp modelId="{01F6F4AB-2925-402E-942D-A39C4690D773}">
      <dsp:nvSpPr>
        <dsp:cNvPr id="0" name=""/>
        <dsp:cNvSpPr/>
      </dsp:nvSpPr>
      <dsp:spPr>
        <a:xfrm>
          <a:off x="9409130" y="1451677"/>
          <a:ext cx="1273823" cy="7642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418" tIns="65519" rIns="62418" bIns="65519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/>
            <a:t>*Synthesis:</a:t>
          </a:r>
        </a:p>
      </dsp:txBody>
      <dsp:txXfrm>
        <a:off x="9409130" y="1451677"/>
        <a:ext cx="1273823" cy="764294"/>
      </dsp:txXfrm>
    </dsp:sp>
    <dsp:sp modelId="{0C7643C0-326F-4346-B4AD-B8ADF7381EA3}">
      <dsp:nvSpPr>
        <dsp:cNvPr id="0" name=""/>
        <dsp:cNvSpPr/>
      </dsp:nvSpPr>
      <dsp:spPr>
        <a:xfrm>
          <a:off x="1280334" y="2845378"/>
          <a:ext cx="2623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2379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1404199" y="2889632"/>
        <a:ext cx="14648" cy="2932"/>
      </dsp:txXfrm>
    </dsp:sp>
    <dsp:sp modelId="{68E53118-3E13-459C-A67B-69C4EF79943A}">
      <dsp:nvSpPr>
        <dsp:cNvPr id="0" name=""/>
        <dsp:cNvSpPr/>
      </dsp:nvSpPr>
      <dsp:spPr>
        <a:xfrm>
          <a:off x="8310" y="2508951"/>
          <a:ext cx="1273823" cy="7642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418" tIns="65519" rIns="62418" bIns="65519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/>
            <a:t>The notebook demonstrates four distinct XAI methods on the *same* Linear Regression model.</a:t>
          </a:r>
        </a:p>
      </dsp:txBody>
      <dsp:txXfrm>
        <a:off x="8310" y="2508951"/>
        <a:ext cx="1273823" cy="764294"/>
      </dsp:txXfrm>
    </dsp:sp>
    <dsp:sp modelId="{DFE47B8C-FD0E-44EE-9BCD-64DC3D4980F9}">
      <dsp:nvSpPr>
        <dsp:cNvPr id="0" name=""/>
        <dsp:cNvSpPr/>
      </dsp:nvSpPr>
      <dsp:spPr>
        <a:xfrm>
          <a:off x="2847137" y="2845378"/>
          <a:ext cx="2623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2379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971002" y="2889632"/>
        <a:ext cx="14648" cy="2932"/>
      </dsp:txXfrm>
    </dsp:sp>
    <dsp:sp modelId="{8149CFD8-8991-4CE9-B562-1C72B588B256}">
      <dsp:nvSpPr>
        <dsp:cNvPr id="0" name=""/>
        <dsp:cNvSpPr/>
      </dsp:nvSpPr>
      <dsp:spPr>
        <a:xfrm>
          <a:off x="1575113" y="2508951"/>
          <a:ext cx="1273823" cy="7642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418" tIns="65519" rIns="62418" bIns="65519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/>
            <a:t>This setup facilitates a direct comparison of:</a:t>
          </a:r>
        </a:p>
      </dsp:txBody>
      <dsp:txXfrm>
        <a:off x="1575113" y="2508951"/>
        <a:ext cx="1273823" cy="764294"/>
      </dsp:txXfrm>
    </dsp:sp>
    <dsp:sp modelId="{E9C1C7F8-D681-420C-B0C1-7DCEA1C5BE68}">
      <dsp:nvSpPr>
        <dsp:cNvPr id="0" name=""/>
        <dsp:cNvSpPr/>
      </dsp:nvSpPr>
      <dsp:spPr>
        <a:xfrm>
          <a:off x="4413941" y="2845378"/>
          <a:ext cx="2623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2379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537806" y="2889632"/>
        <a:ext cx="14648" cy="2932"/>
      </dsp:txXfrm>
    </dsp:sp>
    <dsp:sp modelId="{FFF5EF46-AD72-40B6-82FA-7B32BB8C6B6A}">
      <dsp:nvSpPr>
        <dsp:cNvPr id="0" name=""/>
        <dsp:cNvSpPr/>
      </dsp:nvSpPr>
      <dsp:spPr>
        <a:xfrm>
          <a:off x="3141917" y="2508951"/>
          <a:ext cx="1273823" cy="7642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418" tIns="65519" rIns="62418" bIns="65519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/>
            <a:t>Global average effects (PDP vs. ALE).</a:t>
          </a:r>
        </a:p>
      </dsp:txBody>
      <dsp:txXfrm>
        <a:off x="3141917" y="2508951"/>
        <a:ext cx="1273823" cy="764294"/>
      </dsp:txXfrm>
    </dsp:sp>
    <dsp:sp modelId="{A67EBE7E-BD87-45C5-87DF-7D711615F45C}">
      <dsp:nvSpPr>
        <dsp:cNvPr id="0" name=""/>
        <dsp:cNvSpPr/>
      </dsp:nvSpPr>
      <dsp:spPr>
        <a:xfrm>
          <a:off x="5980744" y="2845378"/>
          <a:ext cx="2623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2379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6104609" y="2889632"/>
        <a:ext cx="14648" cy="2932"/>
      </dsp:txXfrm>
    </dsp:sp>
    <dsp:sp modelId="{FC7D32A5-07AB-4B17-91B6-2D26D9DB4EE5}">
      <dsp:nvSpPr>
        <dsp:cNvPr id="0" name=""/>
        <dsp:cNvSpPr/>
      </dsp:nvSpPr>
      <dsp:spPr>
        <a:xfrm>
          <a:off x="4708720" y="2508951"/>
          <a:ext cx="1273823" cy="7642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418" tIns="65519" rIns="62418" bIns="65519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/>
            <a:t>Local prediction explanations (LIME vs. SHAP force plot).</a:t>
          </a:r>
        </a:p>
      </dsp:txBody>
      <dsp:txXfrm>
        <a:off x="4708720" y="2508951"/>
        <a:ext cx="1273823" cy="764294"/>
      </dsp:txXfrm>
    </dsp:sp>
    <dsp:sp modelId="{3A8CE5F0-44C3-4469-9F1C-6FBDE0010BF8}">
      <dsp:nvSpPr>
        <dsp:cNvPr id="0" name=""/>
        <dsp:cNvSpPr/>
      </dsp:nvSpPr>
      <dsp:spPr>
        <a:xfrm>
          <a:off x="6275523" y="2508951"/>
          <a:ext cx="1273823" cy="7642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418" tIns="65519" rIns="62418" bIns="65519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/>
            <a:t>Global feature importance (SHAP summary vs. inherent Linear Regression coefficients).</a:t>
          </a:r>
        </a:p>
      </dsp:txBody>
      <dsp:txXfrm>
        <a:off x="6275523" y="2508951"/>
        <a:ext cx="1273823" cy="7642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 xmlns="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060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905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88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77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65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6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050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144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30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45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253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891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0AEC45-A291-3E92-2F06-4823329327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0051" y="1743263"/>
            <a:ext cx="3975869" cy="2768609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/>
              <a:t>Forcasting for future values of retail sales (machine learning based approach)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2A033A-5140-2F48-B2D9-85763CE59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81156" y="5067363"/>
            <a:ext cx="3926285" cy="714511"/>
          </a:xfrm>
        </p:spPr>
        <p:txBody>
          <a:bodyPr anchor="t">
            <a:normAutofit/>
          </a:bodyPr>
          <a:lstStyle/>
          <a:p>
            <a:endParaRPr lang="en-US"/>
          </a:p>
        </p:txBody>
      </p:sp>
      <p:pic>
        <p:nvPicPr>
          <p:cNvPr id="4" name="Video 3" descr="Box Packages">
            <a:extLst>
              <a:ext uri="{FF2B5EF4-FFF2-40B4-BE49-F238E27FC236}">
                <a16:creationId xmlns:a16="http://schemas.microsoft.com/office/drawing/2014/main" id="{EEE060C2-B4A2-71A2-B0B2-DDE274A489F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1" b="285"/>
          <a:stretch/>
        </p:blipFill>
        <p:spPr>
          <a:xfrm>
            <a:off x="487680" y="1808304"/>
            <a:ext cx="7097056" cy="3980756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60299" y="4789617"/>
            <a:ext cx="1704841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468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D3901-E808-B730-8B0F-116759D00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problem matter?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C17F21-8A39-DA04-F58D-926DE8A6903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189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45C60-4E3B-724D-9849-A3CFE4056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used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A2B089-78A8-9EA4-FC49-78B3341018B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9434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75392-FD91-C583-F9DA-C9665C3CF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A121B6-7D5F-32D6-8EB0-FB72E76F8EB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9119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6AFB9-C6A8-E57E-463D-DE052979D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75443D-B11E-0E9E-2D74-B56FBCAFE0A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1421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0F799-2CB3-442A-F48C-CB9F98878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C10DD3-6E0B-D611-421E-370DD527B1D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1032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854E2-4717-7600-5E76-9DC28F493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used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061FCDE-A147-520C-D696-A084669F61E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2664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BDC9B-5B06-8FA7-9AFF-60CC9CC06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4CB9B5-F1CD-25B5-0E39-35B36B324AA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6844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D225-7715-1DAC-8ED1-BACC1470C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ECAD94-78A3-F379-1EEE-5363C736EFE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3860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52146-3800-11E3-9E3D-9BFF78F85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we used: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9AA042-B8F6-127E-D305-A37943C871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1208912"/>
              </p:ext>
            </p:extLst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1309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340DE-6522-9069-CC35-BA5DEA3C9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we used: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ED21ED-347A-78A3-6D65-53E5569779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7135534"/>
              </p:ext>
            </p:extLst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478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A990DD-E4D4-29F1-69E3-1E726EC69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r>
              <a:rPr lang="en-US" dirty="0"/>
              <a:t>Feature Engineering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3FEF1-6D03-F7A2-D8E1-CD806E5A0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>
            <a:normAutofit/>
          </a:bodyPr>
          <a:lstStyle/>
          <a:p>
            <a:r>
              <a:rPr lang="en-US" dirty="0"/>
              <a:t>Extracted: month, quarter, year from ds for temporal </a:t>
            </a:r>
            <a:r>
              <a:rPr lang="en-US" dirty="0" err="1"/>
              <a:t>patterns.Included</a:t>
            </a:r>
            <a:r>
              <a:rPr lang="en-US" dirty="0"/>
              <a:t>: Macroeconomic regressors (e.g., Consumer Price Index) without </a:t>
            </a:r>
            <a:r>
              <a:rPr lang="en-US" dirty="0" err="1"/>
              <a:t>lags.Added</a:t>
            </a:r>
            <a:r>
              <a:rPr lang="en-US" dirty="0"/>
              <a:t>: 3- and 6-month rolling means of y for </a:t>
            </a:r>
            <a:r>
              <a:rPr lang="en-US" dirty="0" err="1"/>
              <a:t>trends.Normalized</a:t>
            </a:r>
            <a:r>
              <a:rPr lang="en-US" dirty="0"/>
              <a:t>: Features and target using </a:t>
            </a:r>
            <a:r>
              <a:rPr lang="en-US" dirty="0" err="1"/>
              <a:t>MinMaxScaler.Cleaned</a:t>
            </a:r>
            <a:r>
              <a:rPr lang="en-US" dirty="0"/>
              <a:t>: Dropped missing </a:t>
            </a:r>
            <a:r>
              <a:rPr lang="en-US" dirty="0" err="1"/>
              <a:t>values.Rationale</a:t>
            </a:r>
            <a:r>
              <a:rPr lang="en-US" dirty="0"/>
              <a:t>: Captures seasonality, economic context, trends; ensures LSTM compatibility.</a:t>
            </a:r>
          </a:p>
        </p:txBody>
      </p:sp>
      <p:pic>
        <p:nvPicPr>
          <p:cNvPr id="7" name="Graphic 6" descr="Money">
            <a:extLst>
              <a:ext uri="{FF2B5EF4-FFF2-40B4-BE49-F238E27FC236}">
                <a16:creationId xmlns:a16="http://schemas.microsoft.com/office/drawing/2014/main" id="{BC3519F2-E611-1848-0730-A6C2036C3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869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EC1592-F0E0-AE12-1AA8-C88510998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Feature Selection (Wrapper-Based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707E7-4E77-2CE8-173E-32EF4353B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>
            <a:normAutofit/>
          </a:bodyPr>
          <a:lstStyle/>
          <a:p>
            <a:r>
              <a:rPr lang="en-US" dirty="0"/>
              <a:t>Method: Likely wrapper (e.g., Recursive Feature Elimination) to select </a:t>
            </a:r>
            <a:r>
              <a:rPr lang="en-US" dirty="0" err="1"/>
              <a:t>features.Selected</a:t>
            </a:r>
            <a:r>
              <a:rPr lang="en-US" dirty="0"/>
              <a:t>: Temporal, rolling, and regressor features based on model </a:t>
            </a:r>
            <a:r>
              <a:rPr lang="en-US" dirty="0" err="1"/>
              <a:t>performance.Rationale</a:t>
            </a:r>
            <a:r>
              <a:rPr lang="en-US" dirty="0"/>
              <a:t>: Minimizes validation loss, balances predictive power, avoids overfitting.</a:t>
            </a:r>
          </a:p>
        </p:txBody>
      </p:sp>
      <p:pic>
        <p:nvPicPr>
          <p:cNvPr id="7" name="Graphic 6" descr="Daily Calendar">
            <a:extLst>
              <a:ext uri="{FF2B5EF4-FFF2-40B4-BE49-F238E27FC236}">
                <a16:creationId xmlns:a16="http://schemas.microsoft.com/office/drawing/2014/main" id="{5586FB45-11F4-7C1F-56E2-EA0AD4B1B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9212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9AC92-D911-F059-30F5-D1BD2581D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r>
              <a:rPr lang="en-US" dirty="0"/>
              <a:t>Model Architecture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33553-7868-A665-4F08-662BAA69B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>
            <a:normAutofit/>
          </a:bodyPr>
          <a:lstStyle/>
          <a:p>
            <a:r>
              <a:rPr lang="en-US" dirty="0"/>
              <a:t>Structure: Two LSTM layers (50 units), first returns sequences; 20% dropout each; single-unit dense </a:t>
            </a:r>
            <a:r>
              <a:rPr lang="en-US" dirty="0" err="1"/>
              <a:t>layer.Training</a:t>
            </a:r>
            <a:r>
              <a:rPr lang="en-US" dirty="0"/>
              <a:t>: </a:t>
            </a:r>
            <a:r>
              <a:rPr lang="en-US" dirty="0" err="1"/>
              <a:t>adam</a:t>
            </a:r>
            <a:r>
              <a:rPr lang="en-US" dirty="0"/>
              <a:t> optimizer, </a:t>
            </a:r>
            <a:r>
              <a:rPr lang="en-US" dirty="0" err="1"/>
              <a:t>mse</a:t>
            </a:r>
            <a:r>
              <a:rPr lang="en-US" dirty="0"/>
              <a:t> loss, early stopping (patience=10).Rationale: LSTMs capture temporal dependencies; dropout and early stopping prevent overfitting; dense layer fits regression; </a:t>
            </a:r>
            <a:r>
              <a:rPr lang="en-US" dirty="0" err="1"/>
              <a:t>adam</a:t>
            </a:r>
            <a:r>
              <a:rPr lang="en-US" dirty="0"/>
              <a:t> and </a:t>
            </a:r>
            <a:r>
              <a:rPr lang="en-US" dirty="0" err="1"/>
              <a:t>mse</a:t>
            </a:r>
            <a:r>
              <a:rPr lang="en-US" dirty="0"/>
              <a:t> ensure stable training.</a:t>
            </a:r>
          </a:p>
        </p:txBody>
      </p:sp>
      <p:pic>
        <p:nvPicPr>
          <p:cNvPr id="7" name="Graphic 6" descr="Flowchart">
            <a:extLst>
              <a:ext uri="{FF2B5EF4-FFF2-40B4-BE49-F238E27FC236}">
                <a16:creationId xmlns:a16="http://schemas.microsoft.com/office/drawing/2014/main" id="{21A68D2D-6AB0-2F13-9C09-64EF3854F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7754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FBC667-BA77-DFB2-70B1-2AD3E35FA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r>
              <a:rPr lang="en-US" dirty="0"/>
              <a:t>Feature Engineering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C57E0-4776-7690-36CE-12490EFEF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>
            <a:normAutofit/>
          </a:bodyPr>
          <a:lstStyle/>
          <a:p>
            <a:r>
              <a:rPr lang="en-US" dirty="0"/>
              <a:t>Lag Features: Added lag_1, lag_12 to capture temporal </a:t>
            </a:r>
            <a:r>
              <a:rPr lang="en-US" dirty="0" err="1"/>
              <a:t>dependencies.Rolling</a:t>
            </a:r>
            <a:r>
              <a:rPr lang="en-US" dirty="0"/>
              <a:t> Mean: Included rolling_mean_3 to smooth short-term </a:t>
            </a:r>
            <a:r>
              <a:rPr lang="en-US" dirty="0" err="1"/>
              <a:t>fluctuations.Missing</a:t>
            </a:r>
            <a:r>
              <a:rPr lang="en-US" dirty="0"/>
              <a:t> Values: Handled after lagging to ensure data </a:t>
            </a:r>
            <a:r>
              <a:rPr lang="en-US" dirty="0" err="1"/>
              <a:t>integrity.Rationale</a:t>
            </a:r>
            <a:r>
              <a:rPr lang="en-US" dirty="0"/>
              <a:t>: Lags model past behavior; rolling mean reduces noise; cleaning supports Prophet compatibility.</a:t>
            </a:r>
          </a:p>
        </p:txBody>
      </p:sp>
      <p:pic>
        <p:nvPicPr>
          <p:cNvPr id="7" name="Graphic 6" descr="Direction">
            <a:extLst>
              <a:ext uri="{FF2B5EF4-FFF2-40B4-BE49-F238E27FC236}">
                <a16:creationId xmlns:a16="http://schemas.microsoft.com/office/drawing/2014/main" id="{C22D5CDC-8C03-0BD1-ABA3-A5A31804A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7330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6C8921-809F-679F-1953-7A5114800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Feature Selection (Wrapper-Based)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4E832-92E0-2498-9BA1-1A23CC96B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>
            <a:normAutofit/>
          </a:bodyPr>
          <a:lstStyle/>
          <a:p>
            <a:r>
              <a:rPr lang="en-US" dirty="0"/>
              <a:t>Method: Recursive Feature Elimination (RFE) with linear regression base </a:t>
            </a:r>
            <a:r>
              <a:rPr lang="en-US" dirty="0" err="1"/>
              <a:t>model.Selected</a:t>
            </a:r>
            <a:r>
              <a:rPr lang="en-US" dirty="0"/>
              <a:t>: Top 5 most predictive features based on </a:t>
            </a:r>
            <a:r>
              <a:rPr lang="en-US" dirty="0" err="1"/>
              <a:t>rankings.Rationale</a:t>
            </a:r>
            <a:r>
              <a:rPr lang="en-US" dirty="0"/>
              <a:t>: RFE identifies features maximizing predictive power, reducing model complexity.</a:t>
            </a:r>
          </a:p>
        </p:txBody>
      </p:sp>
      <p:pic>
        <p:nvPicPr>
          <p:cNvPr id="18" name="Graphic 17" descr="Statistics">
            <a:extLst>
              <a:ext uri="{FF2B5EF4-FFF2-40B4-BE49-F238E27FC236}">
                <a16:creationId xmlns:a16="http://schemas.microsoft.com/office/drawing/2014/main" id="{89B1A19A-EAFA-D4CB-4312-94D6C93A6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497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57A03-C04D-061E-705C-92A08C8AF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Modeling with Prophet (Standard)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F7B31-5571-0827-3499-9C5FE50FB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>
            <a:normAutofit/>
          </a:bodyPr>
          <a:lstStyle/>
          <a:p>
            <a:r>
              <a:rPr lang="en-US" dirty="0"/>
              <a:t>Model: Prophet with default settings for time-series </a:t>
            </a:r>
            <a:r>
              <a:rPr lang="en-US" dirty="0" err="1"/>
              <a:t>forecastingRationale</a:t>
            </a:r>
            <a:r>
              <a:rPr lang="en-US" dirty="0"/>
              <a:t>: Prophet handles seasonality, trends, and holidays effectively; robust to missing data and outliers.</a:t>
            </a:r>
          </a:p>
        </p:txBody>
      </p:sp>
      <p:pic>
        <p:nvPicPr>
          <p:cNvPr id="7" name="Graphic 6" descr="Bells">
            <a:extLst>
              <a:ext uri="{FF2B5EF4-FFF2-40B4-BE49-F238E27FC236}">
                <a16:creationId xmlns:a16="http://schemas.microsoft.com/office/drawing/2014/main" id="{AAC3BBAE-7FB2-66EC-AD57-6E3E35E32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988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D82DD-F7FC-415A-0606-8EEA1BC2A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and Machine Learning Models:</a:t>
            </a:r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441ACB17-E769-728C-29E4-DEE2C97DDAE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898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0FE41-FD94-5473-CE58-7BFC54AE4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Explainability Techniques Used: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69F9A00-0E7A-E7B6-7D3E-0AA15FA0F09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383780"/>
          <a:ext cx="7849265" cy="341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43743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1C9E6-EF99-BC31-8A63-8C94D1882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Results Discussion:</a:t>
            </a:r>
            <a:endParaRPr lang="en-US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4EA7502-4693-7809-93E0-9F865D232EF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0674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496AB9-7A70-61C4-FD4A-87620EB67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Comparison Between Explainability Tools: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2B5FC7-23B0-C464-84EB-8E713BF66C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6274040"/>
              </p:ext>
            </p:extLst>
          </p:nvPr>
        </p:nvGraphicFramePr>
        <p:xfrm>
          <a:off x="1519417" y="2276474"/>
          <a:ext cx="9191266" cy="385762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80803">
                  <a:extLst>
                    <a:ext uri="{9D8B030D-6E8A-4147-A177-3AD203B41FA5}">
                      <a16:colId xmlns:a16="http://schemas.microsoft.com/office/drawing/2014/main" val="2663049420"/>
                    </a:ext>
                  </a:extLst>
                </a:gridCol>
                <a:gridCol w="2515662">
                  <a:extLst>
                    <a:ext uri="{9D8B030D-6E8A-4147-A177-3AD203B41FA5}">
                      <a16:colId xmlns:a16="http://schemas.microsoft.com/office/drawing/2014/main" val="1611450123"/>
                    </a:ext>
                  </a:extLst>
                </a:gridCol>
                <a:gridCol w="2593605">
                  <a:extLst>
                    <a:ext uri="{9D8B030D-6E8A-4147-A177-3AD203B41FA5}">
                      <a16:colId xmlns:a16="http://schemas.microsoft.com/office/drawing/2014/main" val="2223085030"/>
                    </a:ext>
                  </a:extLst>
                </a:gridCol>
                <a:gridCol w="2601196">
                  <a:extLst>
                    <a:ext uri="{9D8B030D-6E8A-4147-A177-3AD203B41FA5}">
                      <a16:colId xmlns:a16="http://schemas.microsoft.com/office/drawing/2014/main" val="2379616701"/>
                    </a:ext>
                  </a:extLst>
                </a:gridCol>
              </a:tblGrid>
              <a:tr h="450057"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Tool</a:t>
                      </a:r>
                    </a:p>
                  </a:txBody>
                  <a:tcPr marL="183696" marR="85382" marT="91848" marB="9184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Pros</a:t>
                      </a:r>
                    </a:p>
                  </a:txBody>
                  <a:tcPr marL="183696" marR="85382" marT="91848" marB="9184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Cons</a:t>
                      </a:r>
                    </a:p>
                  </a:txBody>
                  <a:tcPr marL="183696" marR="85382" marT="91848" marB="9184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Best Use Case</a:t>
                      </a:r>
                    </a:p>
                  </a:txBody>
                  <a:tcPr marL="183696" marR="85382" marT="91848" marB="9184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009515"/>
                  </a:ext>
                </a:extLst>
              </a:tr>
              <a:tr h="909298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SHAP</a:t>
                      </a:r>
                      <a:endParaRPr lang="en-US" sz="15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83696" marR="85382" marT="91848" marB="9184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Accurate, mathematically grounded, local &amp; global explanations</a:t>
                      </a:r>
                    </a:p>
                  </a:txBody>
                  <a:tcPr marL="183696" marR="85382" marT="91848" marB="9184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Computationally expensive on large datasets</a:t>
                      </a:r>
                    </a:p>
                  </a:txBody>
                  <a:tcPr marL="183696" marR="85382" marT="91848" marB="9184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Detailed explanation for individual predictions</a:t>
                      </a:r>
                    </a:p>
                  </a:txBody>
                  <a:tcPr marL="183696" marR="85382" marT="91848" marB="9184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29894"/>
                  </a:ext>
                </a:extLst>
              </a:tr>
              <a:tr h="679677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LIME</a:t>
                      </a:r>
                      <a:endParaRPr lang="en-US" sz="15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83696" marR="85382" marT="91848" marB="9184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Fast, intuitive, model-agnostic</a:t>
                      </a:r>
                    </a:p>
                  </a:txBody>
                  <a:tcPr marL="183696" marR="85382" marT="91848" marB="9184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Can be unstable, sensitive to neighborhood definition</a:t>
                      </a:r>
                    </a:p>
                  </a:txBody>
                  <a:tcPr marL="183696" marR="85382" marT="91848" marB="9184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Quick local explanation for a specific instance</a:t>
                      </a:r>
                    </a:p>
                  </a:txBody>
                  <a:tcPr marL="183696" marR="85382" marT="91848" marB="9184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825556"/>
                  </a:ext>
                </a:extLst>
              </a:tr>
              <a:tr h="909298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ALE</a:t>
                      </a:r>
                      <a:endParaRPr lang="en-US" sz="15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83696" marR="85382" marT="91848" marB="9184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Reliable, handles feature interactions, unaffected by multicollinearity</a:t>
                      </a:r>
                    </a:p>
                  </a:txBody>
                  <a:tcPr marL="183696" marR="85382" marT="91848" marB="9184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Less commonly used, harder to interpret for beginners</a:t>
                      </a:r>
                    </a:p>
                  </a:txBody>
                  <a:tcPr marL="183696" marR="85382" marT="91848" marB="9184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Trusted global insight into feature effects</a:t>
                      </a:r>
                    </a:p>
                  </a:txBody>
                  <a:tcPr marL="183696" marR="85382" marT="91848" marB="9184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9950800"/>
                  </a:ext>
                </a:extLst>
              </a:tr>
              <a:tr h="909298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PDP</a:t>
                      </a:r>
                      <a:endParaRPr lang="en-US" sz="15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83696" marR="85382" marT="91848" marB="9184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Simple, easy to visualize</a:t>
                      </a:r>
                    </a:p>
                  </a:txBody>
                  <a:tcPr marL="183696" marR="85382" marT="91848" marB="9184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Can be misleading with correlated features</a:t>
                      </a:r>
                    </a:p>
                  </a:txBody>
                  <a:tcPr marL="183696" marR="85382" marT="91848" marB="9184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High-level global understanding of a single feature's impact</a:t>
                      </a:r>
                    </a:p>
                  </a:txBody>
                  <a:tcPr marL="183696" marR="85382" marT="91848" marB="9184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120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554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C13268-238C-0E86-096C-E594530D6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b="1" i="0" dirty="0">
                <a:effectLst/>
                <a:latin typeface="DeepSeek-CJK-patch"/>
              </a:rPr>
              <a:t>Problem and Machine Learning Models</a:t>
            </a:r>
            <a:r>
              <a:rPr lang="en-US" sz="3400" b="0" i="0" dirty="0">
                <a:effectLst/>
                <a:latin typeface="DeepSeek-CJK-patch"/>
              </a:rPr>
              <a:t/>
            </a:r>
            <a:br>
              <a:rPr lang="en-US" sz="3400" b="0" i="0" dirty="0">
                <a:effectLst/>
                <a:latin typeface="DeepSeek-CJK-patch"/>
              </a:rPr>
            </a:br>
            <a:endParaRPr lang="en-US" sz="34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5C3174-8595-E4C0-26E1-D0F4CFFD22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4077685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8390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727FC-49BC-6D72-CA96-81BBE7F70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r>
              <a:rPr lang="en-US"/>
              <a:t>ML MODEL: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261B5FF1-64AB-5624-B631-96DDB27104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088" y="2221992"/>
            <a:ext cx="6400800" cy="3739896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198375" rIns="0" bIns="198375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-apple-system"/>
              </a:rPr>
              <a:t>Linear Regression: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-apple-system"/>
              </a:rPr>
              <a:t> Explicitly implemented (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ui-monospace"/>
              </a:rPr>
              <a:t>sklearn.linear_model.LinearRegression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-apple-system"/>
              </a:rPr>
              <a:t>) and trained to predict Unemployment Rate.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5" name="Graphic 14" descr="Statistics">
            <a:extLst>
              <a:ext uri="{FF2B5EF4-FFF2-40B4-BE49-F238E27FC236}">
                <a16:creationId xmlns:a16="http://schemas.microsoft.com/office/drawing/2014/main" id="{DAB11FEE-347F-E1B4-5007-6ABC636DF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0700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90D52-03A3-BAD9-28C4-14332AFC8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kern="1200" cap="all" spc="30" baseline="0" dirty="0">
                <a:solidFill>
                  <a:srgbClr val="000000"/>
                </a:solidFill>
                <a:effectLst/>
                <a:latin typeface="Univers Condensed" panose="020B0506020202050204" pitchFamily="34" charset="0"/>
                <a:ea typeface="+mj-ea"/>
                <a:cs typeface="+mj-cs"/>
              </a:rPr>
              <a:t>Explainability Techniques Used:</a:t>
            </a:r>
            <a:endParaRPr lang="en-US" dirty="0"/>
          </a:p>
        </p:txBody>
      </p:sp>
      <p:graphicFrame>
        <p:nvGraphicFramePr>
          <p:cNvPr id="17" name="Rectangle 3">
            <a:extLst>
              <a:ext uri="{FF2B5EF4-FFF2-40B4-BE49-F238E27FC236}">
                <a16:creationId xmlns:a16="http://schemas.microsoft.com/office/drawing/2014/main" id="{07E584B9-326A-F397-B53C-ED268FAFB1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300663"/>
              </p:ext>
            </p:extLst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94016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6BE0A-A7F9-A39D-1B19-7F78519D9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607925"/>
            <a:ext cx="10691265" cy="1823775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# Comparison Between Explainability Tools (within this notebook)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3461A0BF-1F7B-E1FC-4565-C5EFCB7002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4441150"/>
              </p:ext>
            </p:extLst>
          </p:nvPr>
        </p:nvGraphicFramePr>
        <p:xfrm>
          <a:off x="700635" y="2582425"/>
          <a:ext cx="10691265" cy="36676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9086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FEA9E-1D37-EDA6-AC79-025BF2F6B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17419-C718-C69D-5254-904B4A8D8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Problem:Forecasting</a:t>
            </a:r>
            <a:r>
              <a:rPr lang="en-US" dirty="0"/>
              <a:t> future economic indicators (e.g., unemployment rates) based on historical time series data from </a:t>
            </a:r>
            <a:r>
              <a:rPr lang="en-US" dirty="0" err="1"/>
              <a:t>FRED.Model</a:t>
            </a:r>
            <a:r>
              <a:rPr lang="en-US" dirty="0"/>
              <a:t> </a:t>
            </a:r>
            <a:r>
              <a:rPr lang="en-US" dirty="0" err="1"/>
              <a:t>Used:N-BEATS</a:t>
            </a:r>
            <a:r>
              <a:rPr lang="en-US" dirty="0"/>
              <a:t> model for time series </a:t>
            </a:r>
            <a:r>
              <a:rPr lang="en-US" dirty="0" err="1"/>
              <a:t>forecasting.Objective:Build</a:t>
            </a:r>
            <a:r>
              <a:rPr lang="en-US" dirty="0"/>
              <a:t> a robust forecasting model and explain the predictions using advanced XAI </a:t>
            </a:r>
            <a:r>
              <a:rPr lang="en-US" dirty="0" smtClean="0"/>
              <a:t>techniques</a:t>
            </a:r>
            <a:r>
              <a:rPr lang="en-US" dirty="0"/>
              <a:t>, focusing on interpretability</a:t>
            </a:r>
            <a:r>
              <a:rPr lang="en-US" dirty="0" smtClean="0"/>
              <a:t>.</a:t>
            </a:r>
          </a:p>
          <a:p>
            <a:r>
              <a:rPr lang="en-US" dirty="0" err="1"/>
              <a:t>Explainability</a:t>
            </a:r>
            <a:r>
              <a:rPr lang="en-US" dirty="0"/>
              <a:t> </a:t>
            </a:r>
            <a:r>
              <a:rPr lang="en-US" dirty="0" smtClean="0"/>
              <a:t>Techniques</a:t>
            </a:r>
          </a:p>
          <a:p>
            <a:r>
              <a:rPr lang="en-US" dirty="0" err="1" smtClean="0"/>
              <a:t>LIME:Approximates</a:t>
            </a:r>
            <a:r>
              <a:rPr lang="en-US" dirty="0" smtClean="0"/>
              <a:t> </a:t>
            </a:r>
            <a:r>
              <a:rPr lang="en-US" dirty="0"/>
              <a:t>the model locally to understand predictions for individual </a:t>
            </a:r>
            <a:r>
              <a:rPr lang="en-US" dirty="0" smtClean="0"/>
              <a:t>instances</a:t>
            </a:r>
          </a:p>
          <a:p>
            <a:r>
              <a:rPr lang="en-US" dirty="0" smtClean="0"/>
              <a:t>.</a:t>
            </a:r>
            <a:r>
              <a:rPr lang="en-US" dirty="0"/>
              <a:t>📌 Fast and </a:t>
            </a:r>
            <a:r>
              <a:rPr lang="en-US" dirty="0" err="1"/>
              <a:t>model-agnostic.SHAP:Quantifies</a:t>
            </a:r>
            <a:r>
              <a:rPr lang="en-US" dirty="0"/>
              <a:t> the contribution of each feature to the model’s predictions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📌 </a:t>
            </a:r>
            <a:r>
              <a:rPr lang="en-US" dirty="0"/>
              <a:t>Accurate, consistent, and mathematically </a:t>
            </a:r>
            <a:r>
              <a:rPr lang="en-US" dirty="0" err="1"/>
              <a:t>grounded.PDP</a:t>
            </a:r>
            <a:r>
              <a:rPr lang="en-US" dirty="0"/>
              <a:t> &amp; </a:t>
            </a:r>
            <a:r>
              <a:rPr lang="en-US" dirty="0" err="1"/>
              <a:t>ALE:Analyzes</a:t>
            </a:r>
            <a:r>
              <a:rPr lang="en-US" dirty="0"/>
              <a:t> feature impact on predictions for continuous features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📌 </a:t>
            </a:r>
            <a:r>
              <a:rPr lang="en-US" dirty="0"/>
              <a:t>Reveals how changes in a feature influence the model’s </a:t>
            </a:r>
            <a:r>
              <a:rPr lang="en-US" dirty="0" smtClean="0"/>
              <a:t>outcome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6406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 err="1"/>
              <a:t>ResultsMetrics</a:t>
            </a:r>
            <a:r>
              <a:rPr lang="en-US" dirty="0" smtClean="0"/>
              <a:t>:</a:t>
            </a:r>
          </a:p>
          <a:p>
            <a:r>
              <a:rPr lang="en-US" dirty="0" smtClean="0"/>
              <a:t>MSE</a:t>
            </a:r>
            <a:r>
              <a:rPr lang="en-US" dirty="0"/>
              <a:t>, R², MAE: </a:t>
            </a:r>
            <a:r>
              <a:rPr lang="en-US" dirty="0" smtClean="0"/>
              <a:t>Key </a:t>
            </a:r>
            <a:r>
              <a:rPr lang="en-US" dirty="0"/>
              <a:t>performance metrics to assess model accuracy</a:t>
            </a:r>
            <a:r>
              <a:rPr lang="en-US" dirty="0" smtClean="0"/>
              <a:t>.</a:t>
            </a:r>
          </a:p>
          <a:p>
            <a:r>
              <a:rPr lang="en-US" dirty="0" smtClean="0"/>
              <a:t>Visual </a:t>
            </a:r>
            <a:r>
              <a:rPr lang="en-US" dirty="0" err="1" smtClean="0"/>
              <a:t>Results:Plot</a:t>
            </a:r>
            <a:r>
              <a:rPr lang="en-US" dirty="0" smtClean="0"/>
              <a:t> </a:t>
            </a:r>
            <a:r>
              <a:rPr lang="en-US" dirty="0"/>
              <a:t>comparing actual vs. predicted values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ALE </a:t>
            </a:r>
            <a:r>
              <a:rPr lang="en-US" dirty="0"/>
              <a:t>plot to show the feature’s influence on the model’s prediction.</a:t>
            </a:r>
          </a:p>
        </p:txBody>
      </p:sp>
    </p:spTree>
    <p:extLst>
      <p:ext uri="{BB962C8B-B14F-4D97-AF65-F5344CB8AC3E}">
        <p14:creationId xmlns:p14="http://schemas.microsoft.com/office/powerpoint/2010/main" val="38868849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Comparison of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ToolsTool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Pros and Cons Best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Case LIME: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Fast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model-agnostic	Can be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unstable Local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explanation for individual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predictionsSHAP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Accurate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consistent Computationally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expensive for large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Global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explanation for detailed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insightsPDP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Simple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interpret	May miss interactions between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features Continuous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feature behavior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visualization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ALEMore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accurate than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PDP Assumes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independence between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features Analysis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feature impact on model outputs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8115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Predicting Economic Indicators (e.g., Unemployment Rate) using historical data from </a:t>
            </a:r>
            <a:r>
              <a:rPr lang="en-US" dirty="0" err="1"/>
              <a:t>FRED.Model</a:t>
            </a:r>
            <a:r>
              <a:rPr lang="en-US" dirty="0"/>
              <a:t> </a:t>
            </a:r>
            <a:r>
              <a:rPr lang="en-US" dirty="0" err="1"/>
              <a:t>Used:WaveNet</a:t>
            </a:r>
            <a:r>
              <a:rPr lang="en-US" dirty="0"/>
              <a:t> for time series </a:t>
            </a:r>
            <a:r>
              <a:rPr lang="en-US" dirty="0" err="1"/>
              <a:t>regression.Objective:Build</a:t>
            </a:r>
            <a:r>
              <a:rPr lang="en-US" dirty="0"/>
              <a:t> an accurate model and interpret it using XAI techniques, with a focus on saliency maps</a:t>
            </a:r>
            <a:r>
              <a:rPr lang="en-US" dirty="0" smtClean="0"/>
              <a:t>.</a:t>
            </a:r>
          </a:p>
          <a:p>
            <a:r>
              <a:rPr lang="en-US" dirty="0"/>
              <a:t>Saliency Map</a:t>
            </a:r>
            <a:r>
              <a:rPr lang="en-US" dirty="0" smtClean="0"/>
              <a:t>:</a:t>
            </a:r>
          </a:p>
          <a:p>
            <a:r>
              <a:rPr lang="en-US" dirty="0" smtClean="0"/>
              <a:t>Highlights </a:t>
            </a:r>
            <a:r>
              <a:rPr lang="en-US" dirty="0"/>
              <a:t>the impact of input features (historical data) on predictions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📌 </a:t>
            </a:r>
            <a:r>
              <a:rPr lang="en-US" dirty="0"/>
              <a:t>Local interpretability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SHAP:Quantifies</a:t>
            </a:r>
            <a:r>
              <a:rPr lang="en-US" dirty="0" smtClean="0"/>
              <a:t> </a:t>
            </a:r>
            <a:r>
              <a:rPr lang="en-US" dirty="0"/>
              <a:t>feature contribution to each prediction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📌 </a:t>
            </a:r>
            <a:r>
              <a:rPr lang="en-US" dirty="0"/>
              <a:t>Accurate and mathematically grounded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LIME:Approximates</a:t>
            </a:r>
            <a:r>
              <a:rPr lang="en-US" dirty="0" smtClean="0"/>
              <a:t> </a:t>
            </a:r>
            <a:r>
              <a:rPr lang="en-US" dirty="0"/>
              <a:t>the model locally for a specific prediction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📌 </a:t>
            </a:r>
            <a:r>
              <a:rPr lang="en-US" dirty="0"/>
              <a:t>Fast and model-agnostic.</a:t>
            </a:r>
          </a:p>
        </p:txBody>
      </p:sp>
    </p:spTree>
    <p:extLst>
      <p:ext uri="{BB962C8B-B14F-4D97-AF65-F5344CB8AC3E}">
        <p14:creationId xmlns:p14="http://schemas.microsoft.com/office/powerpoint/2010/main" val="6572614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Model </a:t>
            </a:r>
            <a:r>
              <a:rPr lang="en-US" dirty="0" err="1"/>
              <a:t>ResultsMetrics</a:t>
            </a:r>
            <a:r>
              <a:rPr lang="en-US" dirty="0" smtClean="0"/>
              <a:t>:</a:t>
            </a:r>
          </a:p>
          <a:p>
            <a:r>
              <a:rPr lang="en-US" dirty="0" smtClean="0"/>
              <a:t>MSE</a:t>
            </a:r>
            <a:r>
              <a:rPr lang="en-US" dirty="0"/>
              <a:t>, R², MAE: </a:t>
            </a:r>
            <a:endParaRPr lang="en-US" dirty="0" smtClean="0"/>
          </a:p>
          <a:p>
            <a:r>
              <a:rPr lang="en-US" dirty="0" smtClean="0"/>
              <a:t>Performance </a:t>
            </a:r>
            <a:r>
              <a:rPr lang="en-US" dirty="0"/>
              <a:t>metrics showing prediction accuracy</a:t>
            </a:r>
            <a:r>
              <a:rPr lang="en-US" dirty="0" smtClean="0"/>
              <a:t>.</a:t>
            </a:r>
          </a:p>
          <a:p>
            <a:r>
              <a:rPr lang="en-US" dirty="0" smtClean="0"/>
              <a:t>Visual </a:t>
            </a:r>
            <a:r>
              <a:rPr lang="en-US" dirty="0" err="1"/>
              <a:t>Results:Plot</a:t>
            </a:r>
            <a:r>
              <a:rPr lang="en-US" dirty="0"/>
              <a:t> comparing actual vs. predicted target </a:t>
            </a:r>
            <a:r>
              <a:rPr lang="en-US" dirty="0" err="1"/>
              <a:t>values.Saliency</a:t>
            </a:r>
            <a:r>
              <a:rPr lang="en-US" dirty="0"/>
              <a:t> Map shows key time steps influencing predictions.</a:t>
            </a:r>
          </a:p>
        </p:txBody>
      </p:sp>
    </p:spTree>
    <p:extLst>
      <p:ext uri="{BB962C8B-B14F-4D97-AF65-F5344CB8AC3E}">
        <p14:creationId xmlns:p14="http://schemas.microsoft.com/office/powerpoint/2010/main" val="28036253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Comparison of </a:t>
            </a:r>
            <a:r>
              <a:rPr lang="en-US" dirty="0" err="1" smtClean="0"/>
              <a:t>ToolsTool</a:t>
            </a:r>
            <a:r>
              <a:rPr lang="en-US" dirty="0" smtClean="0"/>
              <a:t> Pros Cons Best </a:t>
            </a:r>
            <a:r>
              <a:rPr lang="en-US" dirty="0"/>
              <a:t>Use </a:t>
            </a:r>
            <a:r>
              <a:rPr lang="en-US" dirty="0" err="1"/>
              <a:t>CaseSaliency</a:t>
            </a:r>
            <a:r>
              <a:rPr lang="en-US" dirty="0"/>
              <a:t> Map	Clear visualization of feature </a:t>
            </a:r>
            <a:r>
              <a:rPr lang="en-US" dirty="0" smtClean="0"/>
              <a:t>importance Complex </a:t>
            </a:r>
            <a:r>
              <a:rPr lang="en-US" dirty="0"/>
              <a:t>models may obscure interpretation	Local explanation of feature </a:t>
            </a:r>
            <a:r>
              <a:rPr lang="en-US" dirty="0" err="1"/>
              <a:t>impactSHAP</a:t>
            </a:r>
            <a:r>
              <a:rPr lang="en-US" dirty="0"/>
              <a:t>	Accurate, </a:t>
            </a:r>
            <a:r>
              <a:rPr lang="en-US" dirty="0" smtClean="0"/>
              <a:t>consistent Computationally </a:t>
            </a:r>
            <a:r>
              <a:rPr lang="en-US" dirty="0"/>
              <a:t>expensive on large </a:t>
            </a:r>
            <a:r>
              <a:rPr lang="en-US" dirty="0" smtClean="0"/>
              <a:t>datasets Detailed </a:t>
            </a:r>
            <a:r>
              <a:rPr lang="en-US" dirty="0"/>
              <a:t>individual </a:t>
            </a:r>
            <a:r>
              <a:rPr lang="en-US" dirty="0" err="1" smtClean="0"/>
              <a:t>predictionsLIME</a:t>
            </a:r>
            <a:r>
              <a:rPr lang="en-US" dirty="0" smtClean="0"/>
              <a:t> Fast</a:t>
            </a:r>
            <a:r>
              <a:rPr lang="en-US" dirty="0"/>
              <a:t>, </a:t>
            </a:r>
            <a:r>
              <a:rPr lang="en-US" dirty="0" smtClean="0"/>
              <a:t>intuitive Can </a:t>
            </a:r>
            <a:r>
              <a:rPr lang="en-US" dirty="0"/>
              <a:t>be </a:t>
            </a:r>
            <a:r>
              <a:rPr lang="en-US" dirty="0" smtClean="0"/>
              <a:t>unstable Quick </a:t>
            </a:r>
            <a:r>
              <a:rPr lang="en-US" dirty="0"/>
              <a:t>local explanation for a specific instance</a:t>
            </a:r>
          </a:p>
        </p:txBody>
      </p:sp>
    </p:spTree>
    <p:extLst>
      <p:ext uri="{BB962C8B-B14F-4D97-AF65-F5344CB8AC3E}">
        <p14:creationId xmlns:p14="http://schemas.microsoft.com/office/powerpoint/2010/main" val="18737120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The </a:t>
            </a:r>
            <a:r>
              <a:rPr lang="en-US" dirty="0"/>
              <a:t>goal of this project is to forecast the US Unemployment Rate over time. This is a classic time series forecasting problem, where the objective is to predict future values based on historical observations. The unemployment rate is a crucial economic indicator, and accurate forecasting can support policy-making and economic planning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challenges include</a:t>
            </a:r>
            <a:r>
              <a:rPr lang="en-US" dirty="0" smtClean="0"/>
              <a:t>: </a:t>
            </a:r>
          </a:p>
          <a:p>
            <a:r>
              <a:rPr lang="en-US" dirty="0" smtClean="0"/>
              <a:t>Seasonality </a:t>
            </a:r>
            <a:r>
              <a:rPr lang="en-US" dirty="0"/>
              <a:t>and trends in the </a:t>
            </a:r>
            <a:r>
              <a:rPr lang="en-US" dirty="0" smtClean="0"/>
              <a:t>data Uncertainty </a:t>
            </a:r>
            <a:r>
              <a:rPr lang="en-US" dirty="0"/>
              <a:t>and noise in economic </a:t>
            </a:r>
            <a:r>
              <a:rPr lang="en-US" dirty="0" smtClean="0"/>
              <a:t>indicators Limited </a:t>
            </a:r>
            <a:r>
              <a:rPr lang="en-US" dirty="0"/>
              <a:t>external </a:t>
            </a:r>
            <a:r>
              <a:rPr lang="en-US" dirty="0" smtClean="0"/>
              <a:t>features Implemented </a:t>
            </a:r>
          </a:p>
          <a:p>
            <a:r>
              <a:rPr lang="en-US" dirty="0" smtClean="0"/>
              <a:t>Machine </a:t>
            </a:r>
            <a:r>
              <a:rPr lang="en-US" dirty="0"/>
              <a:t>Learning Model: Bayesian Structural Time Series (BSTS)We implemented a Bayesian Structural Time Series model using the orbit library's DLT (Dynamic Linear Trend) class</a:t>
            </a:r>
            <a:r>
              <a:rPr lang="en-US" dirty="0" smtClean="0"/>
              <a:t>.</a:t>
            </a:r>
          </a:p>
          <a:p>
            <a:r>
              <a:rPr lang="en-US" dirty="0" smtClean="0"/>
              <a:t>BSTS </a:t>
            </a:r>
            <a:r>
              <a:rPr lang="en-US" dirty="0"/>
              <a:t>is particularly suitable for</a:t>
            </a:r>
            <a:r>
              <a:rPr lang="en-US" dirty="0" smtClean="0"/>
              <a:t>: Modeling </a:t>
            </a:r>
            <a:r>
              <a:rPr lang="en-US" dirty="0"/>
              <a:t>time series with trend and </a:t>
            </a:r>
            <a:r>
              <a:rPr lang="en-US" dirty="0" smtClean="0"/>
              <a:t>seasonality Handling </a:t>
            </a:r>
            <a:r>
              <a:rPr lang="en-US" dirty="0"/>
              <a:t>uncertainty using Bayesian </a:t>
            </a:r>
            <a:r>
              <a:rPr lang="en-US" dirty="0" smtClean="0"/>
              <a:t>inference Producing </a:t>
            </a:r>
            <a:r>
              <a:rPr lang="en-US" dirty="0"/>
              <a:t>probabilistic forecasts and confidence intervals</a:t>
            </a:r>
          </a:p>
        </p:txBody>
      </p:sp>
    </p:spTree>
    <p:extLst>
      <p:ext uri="{BB962C8B-B14F-4D97-AF65-F5344CB8AC3E}">
        <p14:creationId xmlns:p14="http://schemas.microsoft.com/office/powerpoint/2010/main" val="3667716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</a:t>
            </a:r>
            <a:r>
              <a:rPr lang="en-US" dirty="0"/>
              <a:t>used the DLT class with the following configuration</a:t>
            </a:r>
            <a:r>
              <a:rPr lang="en-US" dirty="0" smtClean="0"/>
              <a:t>: Trend </a:t>
            </a:r>
            <a:r>
              <a:rPr lang="en-US" dirty="0"/>
              <a:t>and Level Components</a:t>
            </a:r>
            <a:r>
              <a:rPr lang="en-US" dirty="0" smtClean="0"/>
              <a:t>: </a:t>
            </a:r>
            <a:r>
              <a:rPr lang="en-US" dirty="0" err="1" smtClean="0"/>
              <a:t>slope_sm_input</a:t>
            </a:r>
            <a:r>
              <a:rPr lang="en-US" dirty="0" smtClean="0"/>
              <a:t>=0.05 </a:t>
            </a:r>
            <a:r>
              <a:rPr lang="en-US" dirty="0"/>
              <a:t>and </a:t>
            </a:r>
            <a:r>
              <a:rPr lang="en-US" dirty="0" err="1"/>
              <a:t>level_sm_input</a:t>
            </a:r>
            <a:r>
              <a:rPr lang="en-US" dirty="0"/>
              <a:t>=0.05 control the smoothness of the trend and level </a:t>
            </a:r>
            <a:r>
              <a:rPr lang="en-US" dirty="0" err="1"/>
              <a:t>components.Seasonality:A</a:t>
            </a:r>
            <a:r>
              <a:rPr lang="en-US" dirty="0"/>
              <a:t> 12-month seasonality (seasonality=12) was included to account for annual </a:t>
            </a:r>
            <a:r>
              <a:rPr lang="en-US" dirty="0" err="1"/>
              <a:t>patterns.Bayesian</a:t>
            </a:r>
            <a:r>
              <a:rPr lang="en-US" dirty="0"/>
              <a:t> </a:t>
            </a:r>
            <a:r>
              <a:rPr lang="en-US" dirty="0" err="1"/>
              <a:t>Estimation:Estimator</a:t>
            </a:r>
            <a:r>
              <a:rPr lang="en-US" dirty="0"/>
              <a:t>: '</a:t>
            </a:r>
            <a:r>
              <a:rPr lang="en-US" dirty="0" err="1"/>
              <a:t>stan-mcmc</a:t>
            </a:r>
            <a:r>
              <a:rPr lang="en-US" dirty="0"/>
              <a:t>' for full Bayesian inference using </a:t>
            </a:r>
            <a:r>
              <a:rPr lang="en-US" dirty="0" err="1"/>
              <a:t>MCMC.num_warmup</a:t>
            </a:r>
            <a:r>
              <a:rPr lang="en-US" dirty="0"/>
              <a:t>=1000, </a:t>
            </a:r>
            <a:r>
              <a:rPr lang="en-US" dirty="0" err="1"/>
              <a:t>num_sample</a:t>
            </a:r>
            <a:r>
              <a:rPr lang="en-US" dirty="0"/>
              <a:t>=2000: Sampling parameters for MCMC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Training: We </a:t>
            </a:r>
            <a:r>
              <a:rPr lang="en-US" dirty="0"/>
              <a:t>trained the model on historical unemployment rate data up to the last 60 months.</a:t>
            </a:r>
          </a:p>
        </p:txBody>
      </p:sp>
    </p:spTree>
    <p:extLst>
      <p:ext uri="{BB962C8B-B14F-4D97-AF65-F5344CB8AC3E}">
        <p14:creationId xmlns:p14="http://schemas.microsoft.com/office/powerpoint/2010/main" val="2807776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Prediction</a:t>
            </a:r>
            <a:r>
              <a:rPr lang="en-US" dirty="0" smtClean="0"/>
              <a:t>:</a:t>
            </a:r>
          </a:p>
          <a:p>
            <a:r>
              <a:rPr lang="en-US" dirty="0" smtClean="0"/>
              <a:t>Forecasts </a:t>
            </a:r>
            <a:r>
              <a:rPr lang="en-US" dirty="0"/>
              <a:t>were generated for the full data range including unseen future months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explainability</a:t>
            </a:r>
            <a:r>
              <a:rPr lang="en-US" dirty="0" smtClean="0"/>
              <a:t> </a:t>
            </a:r>
            <a:r>
              <a:rPr lang="en-US" dirty="0"/>
              <a:t>techniques</a:t>
            </a:r>
            <a:r>
              <a:rPr lang="en-US" dirty="0" smtClean="0"/>
              <a:t>:</a:t>
            </a:r>
          </a:p>
          <a:p>
            <a:r>
              <a:rPr lang="en-US" dirty="0" smtClean="0"/>
              <a:t>PDP</a:t>
            </a:r>
            <a:r>
              <a:rPr lang="en-US" dirty="0"/>
              <a:t>: Partial Dependence Plots (</a:t>
            </a:r>
            <a:r>
              <a:rPr lang="en-US" dirty="0" err="1"/>
              <a:t>Explainability</a:t>
            </a:r>
            <a:r>
              <a:rPr lang="en-US" dirty="0" smtClean="0"/>
              <a:t>)</a:t>
            </a:r>
          </a:p>
          <a:p>
            <a:r>
              <a:rPr lang="en-US" dirty="0" smtClean="0"/>
              <a:t>LIME </a:t>
            </a:r>
            <a:r>
              <a:rPr lang="en-US" dirty="0"/>
              <a:t>(</a:t>
            </a:r>
            <a:r>
              <a:rPr lang="en-US" dirty="0" err="1"/>
              <a:t>Explainability</a:t>
            </a:r>
            <a:r>
              <a:rPr lang="en-US" dirty="0" smtClean="0"/>
              <a:t>)</a:t>
            </a:r>
          </a:p>
          <a:p>
            <a:r>
              <a:rPr lang="en-US" dirty="0" smtClean="0"/>
              <a:t>SHAP  </a:t>
            </a:r>
            <a:r>
              <a:rPr lang="en-US" dirty="0"/>
              <a:t>(</a:t>
            </a:r>
            <a:r>
              <a:rPr lang="en-US" dirty="0" err="1"/>
              <a:t>Explainability</a:t>
            </a:r>
            <a:r>
              <a:rPr lang="en-US" dirty="0"/>
              <a:t>)Sensitivity Analysis (</a:t>
            </a:r>
            <a:r>
              <a:rPr lang="en-US" dirty="0" err="1"/>
              <a:t>Explainability</a:t>
            </a:r>
            <a:r>
              <a:rPr lang="en-US" dirty="0" smtClean="0"/>
              <a:t>)</a:t>
            </a:r>
          </a:p>
          <a:p>
            <a:r>
              <a:rPr lang="en-US" dirty="0" smtClean="0"/>
              <a:t>Orbit </a:t>
            </a:r>
            <a:r>
              <a:rPr lang="en-US" dirty="0"/>
              <a:t>Feature Importance (</a:t>
            </a:r>
            <a:r>
              <a:rPr lang="en-US" dirty="0" err="1"/>
              <a:t>Explainability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308246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Used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Bayesian Structural Time Series (</a:t>
            </a:r>
            <a:r>
              <a:rPr lang="en-US" dirty="0" smtClean="0"/>
              <a:t>BSTS)</a:t>
            </a:r>
          </a:p>
          <a:p>
            <a:r>
              <a:rPr lang="en-US" dirty="0" smtClean="0"/>
              <a:t>Multivariate </a:t>
            </a:r>
            <a:r>
              <a:rPr lang="en-US" dirty="0"/>
              <a:t>BSTS Model with </a:t>
            </a:r>
            <a:r>
              <a:rPr lang="en-US" dirty="0" err="1"/>
              <a:t>Regressors</a:t>
            </a:r>
            <a:r>
              <a:rPr lang="en-US" dirty="0"/>
              <a:t> for modification</a:t>
            </a:r>
          </a:p>
        </p:txBody>
      </p:sp>
    </p:spTree>
    <p:extLst>
      <p:ext uri="{BB962C8B-B14F-4D97-AF65-F5344CB8AC3E}">
        <p14:creationId xmlns:p14="http://schemas.microsoft.com/office/powerpoint/2010/main" val="13315503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Deep Learning-Based Forecasting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Univariate LSTM </a:t>
            </a:r>
            <a:r>
              <a:rPr lang="en-US" dirty="0" err="1"/>
              <a:t>ModelObjective</a:t>
            </a:r>
            <a:r>
              <a:rPr lang="en-US" dirty="0" smtClean="0"/>
              <a:t>:</a:t>
            </a:r>
          </a:p>
          <a:p>
            <a:r>
              <a:rPr lang="en-US" dirty="0" smtClean="0"/>
              <a:t> </a:t>
            </a:r>
            <a:r>
              <a:rPr lang="en-US" dirty="0"/>
              <a:t>Forecast future unemployment rates using only past unemployment data (one feature: UNRATE</a:t>
            </a:r>
            <a:r>
              <a:rPr lang="en-US" dirty="0" smtClean="0"/>
              <a:t>).</a:t>
            </a:r>
          </a:p>
          <a:p>
            <a:r>
              <a:rPr lang="en-US" dirty="0" smtClean="0"/>
              <a:t>Input</a:t>
            </a:r>
            <a:r>
              <a:rPr lang="en-US" dirty="0"/>
              <a:t>: A sequence of past values of </a:t>
            </a:r>
            <a:r>
              <a:rPr lang="en-US" dirty="0" err="1"/>
              <a:t>UNRATE.Output</a:t>
            </a:r>
            <a:r>
              <a:rPr lang="en-US" dirty="0"/>
              <a:t>: Predicted future value(s) of UNRATE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Architecture:Input</a:t>
            </a:r>
            <a:r>
              <a:rPr lang="en-US" dirty="0" smtClean="0"/>
              <a:t> </a:t>
            </a:r>
            <a:r>
              <a:rPr lang="en-US" dirty="0"/>
              <a:t>layer with </a:t>
            </a:r>
            <a:r>
              <a:rPr lang="en-US" dirty="0" err="1"/>
              <a:t>timesteps</a:t>
            </a:r>
            <a:r>
              <a:rPr lang="en-US" dirty="0"/>
              <a:t> window (e.g., 12 months)One or two stacked LSTM </a:t>
            </a:r>
            <a:r>
              <a:rPr lang="en-US" dirty="0" err="1"/>
              <a:t>layersDense</a:t>
            </a:r>
            <a:r>
              <a:rPr lang="en-US" dirty="0"/>
              <a:t> output layer with linear </a:t>
            </a:r>
            <a:r>
              <a:rPr lang="en-US" dirty="0" err="1"/>
              <a:t>activationAdvantages</a:t>
            </a:r>
            <a:r>
              <a:rPr lang="en-US" dirty="0"/>
              <a:t>: Simpler and faster to train; effective if the single feature holds most of the signal.</a:t>
            </a:r>
          </a:p>
        </p:txBody>
      </p:sp>
    </p:spTree>
    <p:extLst>
      <p:ext uri="{BB962C8B-B14F-4D97-AF65-F5344CB8AC3E}">
        <p14:creationId xmlns:p14="http://schemas.microsoft.com/office/powerpoint/2010/main" val="30574732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Multivariate LSTM </a:t>
            </a:r>
            <a:r>
              <a:rPr lang="en-US" dirty="0" smtClean="0"/>
              <a:t>Model</a:t>
            </a:r>
          </a:p>
          <a:p>
            <a:r>
              <a:rPr lang="en-US" dirty="0" smtClean="0"/>
              <a:t>Objective</a:t>
            </a:r>
            <a:r>
              <a:rPr lang="en-US" dirty="0"/>
              <a:t>: Improve forecasting performance by incorporating multiple time-dependent features (e.g., UNRATE, CPI, Industrial Production Index</a:t>
            </a:r>
            <a:r>
              <a:rPr lang="en-US" dirty="0" smtClean="0"/>
              <a:t>).</a:t>
            </a:r>
          </a:p>
          <a:p>
            <a:r>
              <a:rPr lang="en-US" dirty="0" smtClean="0"/>
              <a:t>Input</a:t>
            </a:r>
            <a:r>
              <a:rPr lang="en-US" dirty="0"/>
              <a:t>: A matrix of historical sequences across multiple features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Output</a:t>
            </a:r>
            <a:r>
              <a:rPr lang="en-US" dirty="0"/>
              <a:t>: Forecast of the target feature (typically UNRATE</a:t>
            </a:r>
            <a:r>
              <a:rPr lang="en-US" dirty="0" smtClean="0"/>
              <a:t>).</a:t>
            </a:r>
          </a:p>
          <a:p>
            <a:r>
              <a:rPr lang="en-US" dirty="0" err="1" smtClean="0"/>
              <a:t>Architecture:Input</a:t>
            </a:r>
            <a:r>
              <a:rPr lang="en-US" dirty="0" smtClean="0"/>
              <a:t> </a:t>
            </a:r>
            <a:r>
              <a:rPr lang="en-US" dirty="0"/>
              <a:t>layer accepting multivariate time </a:t>
            </a:r>
            <a:r>
              <a:rPr lang="en-US" dirty="0" err="1"/>
              <a:t>windowsOne</a:t>
            </a:r>
            <a:r>
              <a:rPr lang="en-US" dirty="0"/>
              <a:t> or more LSTM layers with dropout for </a:t>
            </a:r>
            <a:r>
              <a:rPr lang="en-US" dirty="0" err="1"/>
              <a:t>regularizationDense</a:t>
            </a:r>
            <a:r>
              <a:rPr lang="en-US" dirty="0"/>
              <a:t> layer(s) for final </a:t>
            </a:r>
            <a:endParaRPr lang="en-US" dirty="0" smtClean="0"/>
          </a:p>
          <a:p>
            <a:r>
              <a:rPr lang="en-US" dirty="0" err="1" smtClean="0"/>
              <a:t>predictionAdvantages</a:t>
            </a:r>
            <a:r>
              <a:rPr lang="en-US" dirty="0"/>
              <a:t>: Captures interactions between economic indicators; potentially better performance and interpretability.</a:t>
            </a:r>
          </a:p>
        </p:txBody>
      </p:sp>
    </p:spTree>
    <p:extLst>
      <p:ext uri="{BB962C8B-B14F-4D97-AF65-F5344CB8AC3E}">
        <p14:creationId xmlns:p14="http://schemas.microsoft.com/office/powerpoint/2010/main" val="8169338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Structure Overview (LSTM-based Models)Data </a:t>
            </a:r>
            <a:endParaRPr lang="en-US" dirty="0" smtClean="0"/>
          </a:p>
          <a:p>
            <a:r>
              <a:rPr lang="en-US" dirty="0" err="1" smtClean="0"/>
              <a:t>Preparation:Windowing</a:t>
            </a:r>
            <a:r>
              <a:rPr lang="en-US" dirty="0" smtClean="0"/>
              <a:t>:</a:t>
            </a:r>
          </a:p>
          <a:p>
            <a:r>
              <a:rPr lang="en-US" dirty="0" smtClean="0"/>
              <a:t> </a:t>
            </a:r>
            <a:r>
              <a:rPr lang="en-US" dirty="0"/>
              <a:t>Rolling sequences of N time steps</a:t>
            </a:r>
            <a:r>
              <a:rPr lang="en-US" dirty="0" smtClean="0"/>
              <a:t>.</a:t>
            </a:r>
          </a:p>
          <a:p>
            <a:r>
              <a:rPr lang="en-US" dirty="0" smtClean="0"/>
              <a:t>Normalization</a:t>
            </a:r>
            <a:r>
              <a:rPr lang="en-US" dirty="0"/>
              <a:t>: </a:t>
            </a:r>
            <a:r>
              <a:rPr lang="en-US" dirty="0" err="1"/>
              <a:t>MinMaxScaler</a:t>
            </a:r>
            <a:r>
              <a:rPr lang="en-US" dirty="0"/>
              <a:t> or </a:t>
            </a:r>
            <a:r>
              <a:rPr lang="en-US" dirty="0" err="1"/>
              <a:t>StandardScaler</a:t>
            </a:r>
            <a:r>
              <a:rPr lang="en-US" dirty="0"/>
              <a:t> </a:t>
            </a:r>
            <a:r>
              <a:rPr lang="en-US" dirty="0" err="1"/>
              <a:t>applied.Train</a:t>
            </a:r>
            <a:r>
              <a:rPr lang="en-US" dirty="0"/>
              <a:t>/Validation/Test </a:t>
            </a:r>
            <a:r>
              <a:rPr lang="en-US" dirty="0" err="1"/>
              <a:t>split.Model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err="1" smtClean="0"/>
              <a:t>Hyperparameters:Sequence</a:t>
            </a:r>
            <a:r>
              <a:rPr lang="en-US" dirty="0" smtClean="0"/>
              <a:t> </a:t>
            </a:r>
            <a:r>
              <a:rPr lang="en-US" dirty="0"/>
              <a:t>length (e.g., 12 months)Number of LSTM units (e.g., 64 or 128)Epochs (e.g., 50–100), batch size (e.g., 32)</a:t>
            </a:r>
          </a:p>
        </p:txBody>
      </p:sp>
    </p:spTree>
    <p:extLst>
      <p:ext uri="{BB962C8B-B14F-4D97-AF65-F5344CB8AC3E}">
        <p14:creationId xmlns:p14="http://schemas.microsoft.com/office/powerpoint/2010/main" val="8255156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Optimizer: </a:t>
            </a:r>
            <a:r>
              <a:rPr lang="en-US" dirty="0" smtClean="0"/>
              <a:t>Adam</a:t>
            </a:r>
          </a:p>
          <a:p>
            <a:r>
              <a:rPr lang="en-US" dirty="0" smtClean="0"/>
              <a:t>Loss function</a:t>
            </a:r>
            <a:r>
              <a:rPr lang="en-US" dirty="0"/>
              <a:t>: Mean Squared Error (MSE</a:t>
            </a:r>
            <a:r>
              <a:rPr lang="en-US" dirty="0" smtClean="0"/>
              <a:t>)</a:t>
            </a:r>
          </a:p>
          <a:p>
            <a:r>
              <a:rPr lang="en-US" dirty="0" smtClean="0"/>
              <a:t>Evaluation </a:t>
            </a:r>
            <a:r>
              <a:rPr lang="en-US" dirty="0"/>
              <a:t>Metrics</a:t>
            </a:r>
            <a:r>
              <a:rPr lang="en-US" dirty="0" smtClean="0"/>
              <a:t>:</a:t>
            </a:r>
          </a:p>
          <a:p>
            <a:r>
              <a:rPr lang="en-US" dirty="0" smtClean="0"/>
              <a:t>Mean </a:t>
            </a:r>
            <a:r>
              <a:rPr lang="en-US" dirty="0"/>
              <a:t>Absolute Error (MAE</a:t>
            </a:r>
            <a:r>
              <a:rPr lang="en-US" dirty="0" smtClean="0"/>
              <a:t>)</a:t>
            </a:r>
          </a:p>
          <a:p>
            <a:r>
              <a:rPr lang="en-US" dirty="0" smtClean="0"/>
              <a:t>Mean </a:t>
            </a:r>
            <a:r>
              <a:rPr lang="en-US" dirty="0"/>
              <a:t>Squared Error (MSE</a:t>
            </a:r>
            <a:r>
              <a:rPr lang="en-US" dirty="0" smtClean="0"/>
              <a:t>)</a:t>
            </a:r>
          </a:p>
          <a:p>
            <a:r>
              <a:rPr lang="en-US" dirty="0" smtClean="0"/>
              <a:t>Root </a:t>
            </a:r>
            <a:r>
              <a:rPr lang="en-US" dirty="0"/>
              <a:t>Mean Squared Error (RMSE)R² </a:t>
            </a:r>
            <a:r>
              <a:rPr lang="en-US" dirty="0" smtClean="0"/>
              <a:t>Score</a:t>
            </a:r>
          </a:p>
          <a:p>
            <a:r>
              <a:rPr lang="en-US" dirty="0" err="1" smtClean="0"/>
              <a:t>Visualization:Predicted</a:t>
            </a:r>
            <a:r>
              <a:rPr lang="en-US" dirty="0" smtClean="0"/>
              <a:t> </a:t>
            </a:r>
            <a:r>
              <a:rPr lang="en-US" dirty="0"/>
              <a:t>vs Actual </a:t>
            </a:r>
            <a:r>
              <a:rPr lang="en-US" dirty="0" smtClean="0"/>
              <a:t>plots Residual analysis Rolling </a:t>
            </a:r>
            <a:r>
              <a:rPr lang="en-US" dirty="0"/>
              <a:t>error curves</a:t>
            </a:r>
          </a:p>
        </p:txBody>
      </p:sp>
    </p:spTree>
    <p:extLst>
      <p:ext uri="{BB962C8B-B14F-4D97-AF65-F5344CB8AC3E}">
        <p14:creationId xmlns:p14="http://schemas.microsoft.com/office/powerpoint/2010/main" val="36368727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Interpretability and </a:t>
            </a:r>
            <a:r>
              <a:rPr lang="en-US" dirty="0" err="1"/>
              <a:t>explainability</a:t>
            </a:r>
            <a:r>
              <a:rPr lang="en-US" dirty="0"/>
              <a:t>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residual analysis for the univariate LSTM </a:t>
            </a:r>
            <a:r>
              <a:rPr lang="en-US" dirty="0" smtClean="0"/>
              <a:t>model </a:t>
            </a:r>
          </a:p>
          <a:p>
            <a:r>
              <a:rPr lang="en-US" dirty="0" smtClean="0"/>
              <a:t>shape </a:t>
            </a:r>
            <a:r>
              <a:rPr lang="en-US" dirty="0"/>
              <a:t>on Multivariate LSTM </a:t>
            </a:r>
            <a:r>
              <a:rPr lang="en-US" dirty="0" smtClean="0"/>
              <a:t>Model </a:t>
            </a:r>
          </a:p>
          <a:p>
            <a:r>
              <a:rPr lang="en-US" dirty="0" smtClean="0"/>
              <a:t>Permutation </a:t>
            </a:r>
            <a:r>
              <a:rPr lang="en-US" dirty="0"/>
              <a:t>Feature Importance for Multivariate LSTM </a:t>
            </a:r>
            <a:r>
              <a:rPr lang="en-US" dirty="0" err="1"/>
              <a:t>ModelMultivariate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BSTS Evaluation Occlusion </a:t>
            </a:r>
            <a:r>
              <a:rPr lang="en-US" dirty="0"/>
              <a:t>Sensitivity for Multivariate LSTM </a:t>
            </a:r>
            <a:r>
              <a:rPr lang="en-US" dirty="0" smtClean="0"/>
              <a:t>Model</a:t>
            </a:r>
          </a:p>
          <a:p>
            <a:r>
              <a:rPr lang="en-US" dirty="0" smtClean="0"/>
              <a:t>Individual </a:t>
            </a:r>
            <a:r>
              <a:rPr lang="en-US" dirty="0"/>
              <a:t>Conditional Expectation (ICE) Plot for Federal Funds Rate </a:t>
            </a:r>
            <a:endParaRPr lang="en-US" dirty="0" smtClean="0"/>
          </a:p>
          <a:p>
            <a:r>
              <a:rPr lang="en-US" dirty="0" smtClean="0"/>
              <a:t>Individual </a:t>
            </a:r>
            <a:r>
              <a:rPr lang="en-US" dirty="0"/>
              <a:t>Conditional Expectation (ICE) Plot for Real Disposable Personal Income</a:t>
            </a:r>
          </a:p>
        </p:txBody>
      </p:sp>
    </p:spTree>
    <p:extLst>
      <p:ext uri="{BB962C8B-B14F-4D97-AF65-F5344CB8AC3E}">
        <p14:creationId xmlns:p14="http://schemas.microsoft.com/office/powerpoint/2010/main" val="12919529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2274</Words>
  <Application>Microsoft Office PowerPoint</Application>
  <PresentationFormat>Widescreen</PresentationFormat>
  <Paragraphs>207</Paragraphs>
  <Slides>40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-apple-system</vt:lpstr>
      <vt:lpstr>Arial</vt:lpstr>
      <vt:lpstr>Calisto MT</vt:lpstr>
      <vt:lpstr>DeepSeek-CJK-patch</vt:lpstr>
      <vt:lpstr>ui-monospace</vt:lpstr>
      <vt:lpstr>Univers Condensed</vt:lpstr>
      <vt:lpstr>ChronicleVTI</vt:lpstr>
      <vt:lpstr>Forcasting for future values of retail sales (machine learning based approach)</vt:lpstr>
      <vt:lpstr>Why this problem matter?</vt:lpstr>
      <vt:lpstr>Feature used </vt:lpstr>
      <vt:lpstr>feature used</vt:lpstr>
      <vt:lpstr>Feature used</vt:lpstr>
      <vt:lpstr>Feature used</vt:lpstr>
      <vt:lpstr>Feature used </vt:lpstr>
      <vt:lpstr>Feature used</vt:lpstr>
      <vt:lpstr>PowerPoint Presentation</vt:lpstr>
      <vt:lpstr>Models we used:</vt:lpstr>
      <vt:lpstr>Model we used:</vt:lpstr>
      <vt:lpstr>Feature Engineering</vt:lpstr>
      <vt:lpstr>Feature Selection (Wrapper-Based</vt:lpstr>
      <vt:lpstr>Model Architecture</vt:lpstr>
      <vt:lpstr>Feature Engineering</vt:lpstr>
      <vt:lpstr>Feature Selection (Wrapper-Based)</vt:lpstr>
      <vt:lpstr>Modeling with Prophet (Standard)</vt:lpstr>
      <vt:lpstr>Problem and Machine Learning Models:</vt:lpstr>
      <vt:lpstr>Explainability Techniques Used:</vt:lpstr>
      <vt:lpstr>Model Results Discussion:</vt:lpstr>
      <vt:lpstr>Comparison Between Explainability Tools:</vt:lpstr>
      <vt:lpstr>Problem and Machine Learning Models </vt:lpstr>
      <vt:lpstr>ML MODEL:</vt:lpstr>
      <vt:lpstr>Explainability Techniques Used:</vt:lpstr>
      <vt:lpstr> # Comparison Between Explainability Tools (within this notebook)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BSTS</vt:lpstr>
      <vt:lpstr>Model Structure</vt:lpstr>
      <vt:lpstr>PowerPoint Presentation</vt:lpstr>
      <vt:lpstr>Used models</vt:lpstr>
      <vt:lpstr>Deep Learning-Based Forecasting Models</vt:lpstr>
      <vt:lpstr>PowerPoint Presentation</vt:lpstr>
      <vt:lpstr>PowerPoint Presentation</vt:lpstr>
      <vt:lpstr>PowerPoint Presentation</vt:lpstr>
      <vt:lpstr>Interpretability and explainability techniques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Forcasting for future values of retail sales (machine learning based approach)</dc:title>
  <dc:creator>Mohamed Wael</dc:creator>
  <cp:lastModifiedBy>admin</cp:lastModifiedBy>
  <cp:revision>3</cp:revision>
  <dcterms:created xsi:type="dcterms:W3CDTF">2025-05-03T18:37:17Z</dcterms:created>
  <dcterms:modified xsi:type="dcterms:W3CDTF">2025-05-03T20:55:04Z</dcterms:modified>
</cp:coreProperties>
</file>